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708DF-BBCE-43E4-8BEE-A00E6CCB2DC7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81BA04-974F-4B96-BFB5-E46B1396F502}">
      <dgm:prSet/>
      <dgm:spPr/>
      <dgm:t>
        <a:bodyPr/>
        <a:lstStyle/>
        <a:p>
          <a:r>
            <a:rPr lang="en-US"/>
            <a:t>• Trabajo realizado para la materia Laboratorio de Base de Datos.</a:t>
          </a:r>
        </a:p>
      </dgm:t>
    </dgm:pt>
    <dgm:pt modelId="{F3913131-711B-4B61-90AD-FAAEAFBEC28B}" type="parTrans" cxnId="{48BA7DFA-D667-4D7B-91E7-A56515A227F8}">
      <dgm:prSet/>
      <dgm:spPr/>
      <dgm:t>
        <a:bodyPr/>
        <a:lstStyle/>
        <a:p>
          <a:endParaRPr lang="en-US"/>
        </a:p>
      </dgm:t>
    </dgm:pt>
    <dgm:pt modelId="{3E3EC34B-DC03-4F75-B400-88F2A9EAF808}" type="sibTrans" cxnId="{48BA7DFA-D667-4D7B-91E7-A56515A227F8}">
      <dgm:prSet/>
      <dgm:spPr/>
      <dgm:t>
        <a:bodyPr/>
        <a:lstStyle/>
        <a:p>
          <a:endParaRPr lang="en-US"/>
        </a:p>
      </dgm:t>
    </dgm:pt>
    <dgm:pt modelId="{B3A96202-BD62-4263-B74E-E37D67509167}">
      <dgm:prSet/>
      <dgm:spPr/>
      <dgm:t>
        <a:bodyPr/>
        <a:lstStyle/>
        <a:p>
          <a:r>
            <a:rPr lang="en-US"/>
            <a:t>• Basado en la informatización de una fábrica automotriz.</a:t>
          </a:r>
        </a:p>
      </dgm:t>
    </dgm:pt>
    <dgm:pt modelId="{5DB39811-396F-4214-BF5F-531AC2D63167}" type="parTrans" cxnId="{6901CED7-B536-491E-A3BA-95800B819D00}">
      <dgm:prSet/>
      <dgm:spPr/>
      <dgm:t>
        <a:bodyPr/>
        <a:lstStyle/>
        <a:p>
          <a:endParaRPr lang="en-US"/>
        </a:p>
      </dgm:t>
    </dgm:pt>
    <dgm:pt modelId="{8D926E89-29C5-46E6-BAE6-9021247EACA8}" type="sibTrans" cxnId="{6901CED7-B536-491E-A3BA-95800B819D00}">
      <dgm:prSet/>
      <dgm:spPr/>
      <dgm:t>
        <a:bodyPr/>
        <a:lstStyle/>
        <a:p>
          <a:endParaRPr lang="en-US"/>
        </a:p>
      </dgm:t>
    </dgm:pt>
    <dgm:pt modelId="{96B0E94D-ABEB-46AC-BDE2-1ED26F19649A}">
      <dgm:prSet/>
      <dgm:spPr/>
      <dgm:t>
        <a:bodyPr/>
        <a:lstStyle/>
        <a:p>
          <a:r>
            <a:rPr lang="en-US"/>
            <a:t>• Incluye Word, código SQL y presentación PowerPoint.</a:t>
          </a:r>
        </a:p>
      </dgm:t>
    </dgm:pt>
    <dgm:pt modelId="{BE7F6878-F5BF-4278-9EF7-3EBA6A32E431}" type="parTrans" cxnId="{41E69CD4-8ACB-430D-B4D5-7CF6D58FE44A}">
      <dgm:prSet/>
      <dgm:spPr/>
      <dgm:t>
        <a:bodyPr/>
        <a:lstStyle/>
        <a:p>
          <a:endParaRPr lang="en-US"/>
        </a:p>
      </dgm:t>
    </dgm:pt>
    <dgm:pt modelId="{19C18FC9-240D-4A17-97C8-E57124916CDB}" type="sibTrans" cxnId="{41E69CD4-8ACB-430D-B4D5-7CF6D58FE44A}">
      <dgm:prSet/>
      <dgm:spPr/>
      <dgm:t>
        <a:bodyPr/>
        <a:lstStyle/>
        <a:p>
          <a:endParaRPr lang="en-US"/>
        </a:p>
      </dgm:t>
    </dgm:pt>
    <dgm:pt modelId="{68928B01-B16D-44CB-9C41-67FE0C2C6C84}">
      <dgm:prSet/>
      <dgm:spPr/>
      <dgm:t>
        <a:bodyPr/>
        <a:lstStyle/>
        <a:p>
          <a:r>
            <a:rPr lang="en-US"/>
            <a:t>• Se analiza el proceso: proveedores, líneas de montaje, producción y concesionarias.</a:t>
          </a:r>
        </a:p>
      </dgm:t>
    </dgm:pt>
    <dgm:pt modelId="{ABE48584-5433-437A-A6DF-7EA2FD19D091}" type="parTrans" cxnId="{BB0BBC93-820F-4C40-AD03-162C376897DB}">
      <dgm:prSet/>
      <dgm:spPr/>
      <dgm:t>
        <a:bodyPr/>
        <a:lstStyle/>
        <a:p>
          <a:endParaRPr lang="en-US"/>
        </a:p>
      </dgm:t>
    </dgm:pt>
    <dgm:pt modelId="{04BFA4EE-D694-483D-B07F-94AF7AEBF9C0}" type="sibTrans" cxnId="{BB0BBC93-820F-4C40-AD03-162C376897DB}">
      <dgm:prSet/>
      <dgm:spPr/>
      <dgm:t>
        <a:bodyPr/>
        <a:lstStyle/>
        <a:p>
          <a:endParaRPr lang="en-US"/>
        </a:p>
      </dgm:t>
    </dgm:pt>
    <dgm:pt modelId="{8CD228B9-1500-4B78-95B4-3C766026711A}" type="pres">
      <dgm:prSet presAssocID="{811708DF-BBCE-43E4-8BEE-A00E6CCB2DC7}" presName="outerComposite" presStyleCnt="0">
        <dgm:presLayoutVars>
          <dgm:chMax val="5"/>
          <dgm:dir/>
          <dgm:resizeHandles val="exact"/>
        </dgm:presLayoutVars>
      </dgm:prSet>
      <dgm:spPr/>
    </dgm:pt>
    <dgm:pt modelId="{1942063D-A8B4-464D-9861-AC1A962569B5}" type="pres">
      <dgm:prSet presAssocID="{811708DF-BBCE-43E4-8BEE-A00E6CCB2DC7}" presName="dummyMaxCanvas" presStyleCnt="0">
        <dgm:presLayoutVars/>
      </dgm:prSet>
      <dgm:spPr/>
    </dgm:pt>
    <dgm:pt modelId="{2ADC1D10-C2E6-4ED2-B916-1BEDEC1EEFE8}" type="pres">
      <dgm:prSet presAssocID="{811708DF-BBCE-43E4-8BEE-A00E6CCB2DC7}" presName="FourNodes_1" presStyleLbl="node1" presStyleIdx="0" presStyleCnt="4">
        <dgm:presLayoutVars>
          <dgm:bulletEnabled val="1"/>
        </dgm:presLayoutVars>
      </dgm:prSet>
      <dgm:spPr/>
    </dgm:pt>
    <dgm:pt modelId="{15FF9632-F113-484F-B23E-6948FB9AA30D}" type="pres">
      <dgm:prSet presAssocID="{811708DF-BBCE-43E4-8BEE-A00E6CCB2DC7}" presName="FourNodes_2" presStyleLbl="node1" presStyleIdx="1" presStyleCnt="4">
        <dgm:presLayoutVars>
          <dgm:bulletEnabled val="1"/>
        </dgm:presLayoutVars>
      </dgm:prSet>
      <dgm:spPr/>
    </dgm:pt>
    <dgm:pt modelId="{0E11061B-58B0-40BE-9B24-E3758295D4D0}" type="pres">
      <dgm:prSet presAssocID="{811708DF-BBCE-43E4-8BEE-A00E6CCB2DC7}" presName="FourNodes_3" presStyleLbl="node1" presStyleIdx="2" presStyleCnt="4">
        <dgm:presLayoutVars>
          <dgm:bulletEnabled val="1"/>
        </dgm:presLayoutVars>
      </dgm:prSet>
      <dgm:spPr/>
    </dgm:pt>
    <dgm:pt modelId="{8911262D-6C46-41DD-AEBE-0E60F2DC90EA}" type="pres">
      <dgm:prSet presAssocID="{811708DF-BBCE-43E4-8BEE-A00E6CCB2DC7}" presName="FourNodes_4" presStyleLbl="node1" presStyleIdx="3" presStyleCnt="4">
        <dgm:presLayoutVars>
          <dgm:bulletEnabled val="1"/>
        </dgm:presLayoutVars>
      </dgm:prSet>
      <dgm:spPr/>
    </dgm:pt>
    <dgm:pt modelId="{52C49A00-A0AD-4729-8E30-181BB90A63D0}" type="pres">
      <dgm:prSet presAssocID="{811708DF-BBCE-43E4-8BEE-A00E6CCB2DC7}" presName="FourConn_1-2" presStyleLbl="fgAccFollowNode1" presStyleIdx="0" presStyleCnt="3">
        <dgm:presLayoutVars>
          <dgm:bulletEnabled val="1"/>
        </dgm:presLayoutVars>
      </dgm:prSet>
      <dgm:spPr/>
    </dgm:pt>
    <dgm:pt modelId="{BB50F726-28A6-49EA-85AF-FAC129423BCE}" type="pres">
      <dgm:prSet presAssocID="{811708DF-BBCE-43E4-8BEE-A00E6CCB2DC7}" presName="FourConn_2-3" presStyleLbl="fgAccFollowNode1" presStyleIdx="1" presStyleCnt="3">
        <dgm:presLayoutVars>
          <dgm:bulletEnabled val="1"/>
        </dgm:presLayoutVars>
      </dgm:prSet>
      <dgm:spPr/>
    </dgm:pt>
    <dgm:pt modelId="{21ECCA94-304C-48B8-9E6A-43F2626F6D9C}" type="pres">
      <dgm:prSet presAssocID="{811708DF-BBCE-43E4-8BEE-A00E6CCB2DC7}" presName="FourConn_3-4" presStyleLbl="fgAccFollowNode1" presStyleIdx="2" presStyleCnt="3">
        <dgm:presLayoutVars>
          <dgm:bulletEnabled val="1"/>
        </dgm:presLayoutVars>
      </dgm:prSet>
      <dgm:spPr/>
    </dgm:pt>
    <dgm:pt modelId="{9B0CA176-EB8E-4F8B-9484-1C0AA30F6E86}" type="pres">
      <dgm:prSet presAssocID="{811708DF-BBCE-43E4-8BEE-A00E6CCB2DC7}" presName="FourNodes_1_text" presStyleLbl="node1" presStyleIdx="3" presStyleCnt="4">
        <dgm:presLayoutVars>
          <dgm:bulletEnabled val="1"/>
        </dgm:presLayoutVars>
      </dgm:prSet>
      <dgm:spPr/>
    </dgm:pt>
    <dgm:pt modelId="{A4573A6A-592A-4F95-83A2-0155FBBC5EA9}" type="pres">
      <dgm:prSet presAssocID="{811708DF-BBCE-43E4-8BEE-A00E6CCB2DC7}" presName="FourNodes_2_text" presStyleLbl="node1" presStyleIdx="3" presStyleCnt="4">
        <dgm:presLayoutVars>
          <dgm:bulletEnabled val="1"/>
        </dgm:presLayoutVars>
      </dgm:prSet>
      <dgm:spPr/>
    </dgm:pt>
    <dgm:pt modelId="{7527626E-8245-41CD-A78A-102C0FD41C32}" type="pres">
      <dgm:prSet presAssocID="{811708DF-BBCE-43E4-8BEE-A00E6CCB2DC7}" presName="FourNodes_3_text" presStyleLbl="node1" presStyleIdx="3" presStyleCnt="4">
        <dgm:presLayoutVars>
          <dgm:bulletEnabled val="1"/>
        </dgm:presLayoutVars>
      </dgm:prSet>
      <dgm:spPr/>
    </dgm:pt>
    <dgm:pt modelId="{5E153F11-4219-4AEF-A38B-3E924A22208B}" type="pres">
      <dgm:prSet presAssocID="{811708DF-BBCE-43E4-8BEE-A00E6CCB2DC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8F4CA09-98C9-4AFB-AB6B-AEBDDE6D85BE}" type="presOf" srcId="{B3A96202-BD62-4263-B74E-E37D67509167}" destId="{15FF9632-F113-484F-B23E-6948FB9AA30D}" srcOrd="0" destOrd="0" presId="urn:microsoft.com/office/officeart/2005/8/layout/vProcess5"/>
    <dgm:cxn modelId="{45318C27-0734-457E-B81A-9EF3EC4F1D7F}" type="presOf" srcId="{811708DF-BBCE-43E4-8BEE-A00E6CCB2DC7}" destId="{8CD228B9-1500-4B78-95B4-3C766026711A}" srcOrd="0" destOrd="0" presId="urn:microsoft.com/office/officeart/2005/8/layout/vProcess5"/>
    <dgm:cxn modelId="{B91B352E-BADB-49DD-8797-B9EF11C26BB0}" type="presOf" srcId="{68928B01-B16D-44CB-9C41-67FE0C2C6C84}" destId="{8911262D-6C46-41DD-AEBE-0E60F2DC90EA}" srcOrd="0" destOrd="0" presId="urn:microsoft.com/office/officeart/2005/8/layout/vProcess5"/>
    <dgm:cxn modelId="{2145A340-235F-4DAA-A38A-F5298FAC7ECF}" type="presOf" srcId="{3E3EC34B-DC03-4F75-B400-88F2A9EAF808}" destId="{52C49A00-A0AD-4729-8E30-181BB90A63D0}" srcOrd="0" destOrd="0" presId="urn:microsoft.com/office/officeart/2005/8/layout/vProcess5"/>
    <dgm:cxn modelId="{8A47B94F-B0D8-4D3D-A344-9CB11F8D8C68}" type="presOf" srcId="{68928B01-B16D-44CB-9C41-67FE0C2C6C84}" destId="{5E153F11-4219-4AEF-A38B-3E924A22208B}" srcOrd="1" destOrd="0" presId="urn:microsoft.com/office/officeart/2005/8/layout/vProcess5"/>
    <dgm:cxn modelId="{E8EE6F7E-1A08-4AA8-ABEB-C4082E9A0A46}" type="presOf" srcId="{BB81BA04-974F-4B96-BFB5-E46B1396F502}" destId="{9B0CA176-EB8E-4F8B-9484-1C0AA30F6E86}" srcOrd="1" destOrd="0" presId="urn:microsoft.com/office/officeart/2005/8/layout/vProcess5"/>
    <dgm:cxn modelId="{BB0BBC93-820F-4C40-AD03-162C376897DB}" srcId="{811708DF-BBCE-43E4-8BEE-A00E6CCB2DC7}" destId="{68928B01-B16D-44CB-9C41-67FE0C2C6C84}" srcOrd="3" destOrd="0" parTransId="{ABE48584-5433-437A-A6DF-7EA2FD19D091}" sibTransId="{04BFA4EE-D694-483D-B07F-94AF7AEBF9C0}"/>
    <dgm:cxn modelId="{2404DD96-ED57-4984-B3D9-8CF9CA2E4B9A}" type="presOf" srcId="{96B0E94D-ABEB-46AC-BDE2-1ED26F19649A}" destId="{0E11061B-58B0-40BE-9B24-E3758295D4D0}" srcOrd="0" destOrd="0" presId="urn:microsoft.com/office/officeart/2005/8/layout/vProcess5"/>
    <dgm:cxn modelId="{7455DFA3-EB02-4CEF-B0D5-6C0A2AA55554}" type="presOf" srcId="{19C18FC9-240D-4A17-97C8-E57124916CDB}" destId="{21ECCA94-304C-48B8-9E6A-43F2626F6D9C}" srcOrd="0" destOrd="0" presId="urn:microsoft.com/office/officeart/2005/8/layout/vProcess5"/>
    <dgm:cxn modelId="{41E69CD4-8ACB-430D-B4D5-7CF6D58FE44A}" srcId="{811708DF-BBCE-43E4-8BEE-A00E6CCB2DC7}" destId="{96B0E94D-ABEB-46AC-BDE2-1ED26F19649A}" srcOrd="2" destOrd="0" parTransId="{BE7F6878-F5BF-4278-9EF7-3EBA6A32E431}" sibTransId="{19C18FC9-240D-4A17-97C8-E57124916CDB}"/>
    <dgm:cxn modelId="{6901CED7-B536-491E-A3BA-95800B819D00}" srcId="{811708DF-BBCE-43E4-8BEE-A00E6CCB2DC7}" destId="{B3A96202-BD62-4263-B74E-E37D67509167}" srcOrd="1" destOrd="0" parTransId="{5DB39811-396F-4214-BF5F-531AC2D63167}" sibTransId="{8D926E89-29C5-46E6-BAE6-9021247EACA8}"/>
    <dgm:cxn modelId="{1B7ECFD7-E65E-4FA4-B8D9-13637DE95B5D}" type="presOf" srcId="{BB81BA04-974F-4B96-BFB5-E46B1396F502}" destId="{2ADC1D10-C2E6-4ED2-B916-1BEDEC1EEFE8}" srcOrd="0" destOrd="0" presId="urn:microsoft.com/office/officeart/2005/8/layout/vProcess5"/>
    <dgm:cxn modelId="{7182CCEF-B1A5-42BF-8B1B-18643E134157}" type="presOf" srcId="{B3A96202-BD62-4263-B74E-E37D67509167}" destId="{A4573A6A-592A-4F95-83A2-0155FBBC5EA9}" srcOrd="1" destOrd="0" presId="urn:microsoft.com/office/officeart/2005/8/layout/vProcess5"/>
    <dgm:cxn modelId="{D8158AF0-FA75-47F7-AE03-EB7EB7859C3C}" type="presOf" srcId="{8D926E89-29C5-46E6-BAE6-9021247EACA8}" destId="{BB50F726-28A6-49EA-85AF-FAC129423BCE}" srcOrd="0" destOrd="0" presId="urn:microsoft.com/office/officeart/2005/8/layout/vProcess5"/>
    <dgm:cxn modelId="{3777ACF5-6B42-4C2D-BF7D-EF37E41B41ED}" type="presOf" srcId="{96B0E94D-ABEB-46AC-BDE2-1ED26F19649A}" destId="{7527626E-8245-41CD-A78A-102C0FD41C32}" srcOrd="1" destOrd="0" presId="urn:microsoft.com/office/officeart/2005/8/layout/vProcess5"/>
    <dgm:cxn modelId="{48BA7DFA-D667-4D7B-91E7-A56515A227F8}" srcId="{811708DF-BBCE-43E4-8BEE-A00E6CCB2DC7}" destId="{BB81BA04-974F-4B96-BFB5-E46B1396F502}" srcOrd="0" destOrd="0" parTransId="{F3913131-711B-4B61-90AD-FAAEAFBEC28B}" sibTransId="{3E3EC34B-DC03-4F75-B400-88F2A9EAF808}"/>
    <dgm:cxn modelId="{F86A3D22-727C-4595-9C36-C39FCB01F1AB}" type="presParOf" srcId="{8CD228B9-1500-4B78-95B4-3C766026711A}" destId="{1942063D-A8B4-464D-9861-AC1A962569B5}" srcOrd="0" destOrd="0" presId="urn:microsoft.com/office/officeart/2005/8/layout/vProcess5"/>
    <dgm:cxn modelId="{9F3164DA-01D3-4D9E-9108-C812C1DFFB03}" type="presParOf" srcId="{8CD228B9-1500-4B78-95B4-3C766026711A}" destId="{2ADC1D10-C2E6-4ED2-B916-1BEDEC1EEFE8}" srcOrd="1" destOrd="0" presId="urn:microsoft.com/office/officeart/2005/8/layout/vProcess5"/>
    <dgm:cxn modelId="{FE7C9A52-E882-41EC-9DBA-9E1538E43E7F}" type="presParOf" srcId="{8CD228B9-1500-4B78-95B4-3C766026711A}" destId="{15FF9632-F113-484F-B23E-6948FB9AA30D}" srcOrd="2" destOrd="0" presId="urn:microsoft.com/office/officeart/2005/8/layout/vProcess5"/>
    <dgm:cxn modelId="{B16D9A35-A1EC-458B-91A5-E900A775DA10}" type="presParOf" srcId="{8CD228B9-1500-4B78-95B4-3C766026711A}" destId="{0E11061B-58B0-40BE-9B24-E3758295D4D0}" srcOrd="3" destOrd="0" presId="urn:microsoft.com/office/officeart/2005/8/layout/vProcess5"/>
    <dgm:cxn modelId="{BB78D076-AC9B-4E88-AE25-DC0131DF3121}" type="presParOf" srcId="{8CD228B9-1500-4B78-95B4-3C766026711A}" destId="{8911262D-6C46-41DD-AEBE-0E60F2DC90EA}" srcOrd="4" destOrd="0" presId="urn:microsoft.com/office/officeart/2005/8/layout/vProcess5"/>
    <dgm:cxn modelId="{F41EBAA2-83DB-41A0-B58A-B0E118BF3C59}" type="presParOf" srcId="{8CD228B9-1500-4B78-95B4-3C766026711A}" destId="{52C49A00-A0AD-4729-8E30-181BB90A63D0}" srcOrd="5" destOrd="0" presId="urn:microsoft.com/office/officeart/2005/8/layout/vProcess5"/>
    <dgm:cxn modelId="{BC444624-38F6-4C66-92E9-86F8B179B7E9}" type="presParOf" srcId="{8CD228B9-1500-4B78-95B4-3C766026711A}" destId="{BB50F726-28A6-49EA-85AF-FAC129423BCE}" srcOrd="6" destOrd="0" presId="urn:microsoft.com/office/officeart/2005/8/layout/vProcess5"/>
    <dgm:cxn modelId="{928DAE5D-A182-4924-B0AF-544417711E53}" type="presParOf" srcId="{8CD228B9-1500-4B78-95B4-3C766026711A}" destId="{21ECCA94-304C-48B8-9E6A-43F2626F6D9C}" srcOrd="7" destOrd="0" presId="urn:microsoft.com/office/officeart/2005/8/layout/vProcess5"/>
    <dgm:cxn modelId="{5B8FB4F1-CE21-4989-BBA8-699625579708}" type="presParOf" srcId="{8CD228B9-1500-4B78-95B4-3C766026711A}" destId="{9B0CA176-EB8E-4F8B-9484-1C0AA30F6E86}" srcOrd="8" destOrd="0" presId="urn:microsoft.com/office/officeart/2005/8/layout/vProcess5"/>
    <dgm:cxn modelId="{2EEA7388-8C71-4389-8C89-1CF735469ECE}" type="presParOf" srcId="{8CD228B9-1500-4B78-95B4-3C766026711A}" destId="{A4573A6A-592A-4F95-83A2-0155FBBC5EA9}" srcOrd="9" destOrd="0" presId="urn:microsoft.com/office/officeart/2005/8/layout/vProcess5"/>
    <dgm:cxn modelId="{2329C28C-BC34-46C1-AF54-EDB05FB9D437}" type="presParOf" srcId="{8CD228B9-1500-4B78-95B4-3C766026711A}" destId="{7527626E-8245-41CD-A78A-102C0FD41C32}" srcOrd="10" destOrd="0" presId="urn:microsoft.com/office/officeart/2005/8/layout/vProcess5"/>
    <dgm:cxn modelId="{E0927660-3703-45D5-822E-DAC99090AC97}" type="presParOf" srcId="{8CD228B9-1500-4B78-95B4-3C766026711A}" destId="{5E153F11-4219-4AEF-A38B-3E924A22208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A887BA-E4F1-40A3-9DD2-D12DE295D9AE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EC91CFE-D48B-4A2C-B0AB-485C77613600}">
      <dgm:prSet/>
      <dgm:spPr/>
      <dgm:t>
        <a:bodyPr/>
        <a:lstStyle/>
        <a:p>
          <a:r>
            <a:rPr lang="en-US"/>
            <a:t>• Creación del schema fabrica_automoviles.</a:t>
          </a:r>
        </a:p>
      </dgm:t>
    </dgm:pt>
    <dgm:pt modelId="{966DF8B8-C3BB-4C33-8BD9-2CAAFE4D00CE}" type="parTrans" cxnId="{DD7616DA-D719-4ECA-9E3A-B6BAB0F0685E}">
      <dgm:prSet/>
      <dgm:spPr/>
      <dgm:t>
        <a:bodyPr/>
        <a:lstStyle/>
        <a:p>
          <a:endParaRPr lang="en-US"/>
        </a:p>
      </dgm:t>
    </dgm:pt>
    <dgm:pt modelId="{F76B8F92-9A1D-487D-986C-157564778509}" type="sibTrans" cxnId="{DD7616DA-D719-4ECA-9E3A-B6BAB0F0685E}">
      <dgm:prSet/>
      <dgm:spPr/>
      <dgm:t>
        <a:bodyPr/>
        <a:lstStyle/>
        <a:p>
          <a:endParaRPr lang="en-US"/>
        </a:p>
      </dgm:t>
    </dgm:pt>
    <dgm:pt modelId="{71795EE2-545C-4EB7-9249-7695204C1764}">
      <dgm:prSet/>
      <dgm:spPr/>
      <dgm:t>
        <a:bodyPr/>
        <a:lstStyle/>
        <a:p>
          <a:r>
            <a:rPr lang="en-US"/>
            <a:t>• Tablas principales:</a:t>
          </a:r>
        </a:p>
      </dgm:t>
    </dgm:pt>
    <dgm:pt modelId="{3C10F119-58E1-4E6C-B0CE-F2932D4A4E01}" type="parTrans" cxnId="{B28ABE1C-A9C4-47AF-A78E-CB0E26DDC6AE}">
      <dgm:prSet/>
      <dgm:spPr/>
      <dgm:t>
        <a:bodyPr/>
        <a:lstStyle/>
        <a:p>
          <a:endParaRPr lang="en-US"/>
        </a:p>
      </dgm:t>
    </dgm:pt>
    <dgm:pt modelId="{55F9F8D9-80AD-4FE1-AD07-6D6E7C1B87AC}" type="sibTrans" cxnId="{B28ABE1C-A9C4-47AF-A78E-CB0E26DDC6AE}">
      <dgm:prSet/>
      <dgm:spPr/>
      <dgm:t>
        <a:bodyPr/>
        <a:lstStyle/>
        <a:p>
          <a:endParaRPr lang="en-US"/>
        </a:p>
      </dgm:t>
    </dgm:pt>
    <dgm:pt modelId="{0724325D-FAD6-40F6-94F2-074D9563EA9E}">
      <dgm:prSet/>
      <dgm:spPr/>
      <dgm:t>
        <a:bodyPr/>
        <a:lstStyle/>
        <a:p>
          <a:r>
            <a:rPr lang="en-US"/>
            <a:t>- Proveedor</a:t>
          </a:r>
        </a:p>
      </dgm:t>
    </dgm:pt>
    <dgm:pt modelId="{BDDCA7E8-DB5A-4069-9798-2A54A01B1698}" type="parTrans" cxnId="{CC29ACD1-DFEB-42CE-A069-91234D4782D8}">
      <dgm:prSet/>
      <dgm:spPr/>
      <dgm:t>
        <a:bodyPr/>
        <a:lstStyle/>
        <a:p>
          <a:endParaRPr lang="en-US"/>
        </a:p>
      </dgm:t>
    </dgm:pt>
    <dgm:pt modelId="{A37A2BD3-7313-4CE0-9343-73DC6C34010F}" type="sibTrans" cxnId="{CC29ACD1-DFEB-42CE-A069-91234D4782D8}">
      <dgm:prSet/>
      <dgm:spPr/>
      <dgm:t>
        <a:bodyPr/>
        <a:lstStyle/>
        <a:p>
          <a:endParaRPr lang="en-US"/>
        </a:p>
      </dgm:t>
    </dgm:pt>
    <dgm:pt modelId="{AE8D3E1E-0FBC-48BF-B1BD-2C8CB8AB2B31}">
      <dgm:prSet/>
      <dgm:spPr/>
      <dgm:t>
        <a:bodyPr/>
        <a:lstStyle/>
        <a:p>
          <a:r>
            <a:rPr lang="en-US"/>
            <a:t>- Insumo</a:t>
          </a:r>
        </a:p>
      </dgm:t>
    </dgm:pt>
    <dgm:pt modelId="{4969F931-C6CD-4D74-8FCF-D96ACDB3CF99}" type="parTrans" cxnId="{F28D51BC-2D66-41A9-AB88-398D727C6EDA}">
      <dgm:prSet/>
      <dgm:spPr/>
      <dgm:t>
        <a:bodyPr/>
        <a:lstStyle/>
        <a:p>
          <a:endParaRPr lang="en-US"/>
        </a:p>
      </dgm:t>
    </dgm:pt>
    <dgm:pt modelId="{649734C3-0535-4AA3-A741-66F151C6AA49}" type="sibTrans" cxnId="{F28D51BC-2D66-41A9-AB88-398D727C6EDA}">
      <dgm:prSet/>
      <dgm:spPr/>
      <dgm:t>
        <a:bodyPr/>
        <a:lstStyle/>
        <a:p>
          <a:endParaRPr lang="en-US"/>
        </a:p>
      </dgm:t>
    </dgm:pt>
    <dgm:pt modelId="{CEA41CCC-4CB2-400D-83F6-1F2C5F0D2195}">
      <dgm:prSet/>
      <dgm:spPr/>
      <dgm:t>
        <a:bodyPr/>
        <a:lstStyle/>
        <a:p>
          <a:r>
            <a:rPr lang="en-US"/>
            <a:t>- Proveedor_Insumos</a:t>
          </a:r>
        </a:p>
      </dgm:t>
    </dgm:pt>
    <dgm:pt modelId="{32B9EDE7-B8D0-4F06-AB4E-67996B35FA63}" type="parTrans" cxnId="{8B4BF27A-90B1-4005-A025-F1F9DEE3499C}">
      <dgm:prSet/>
      <dgm:spPr/>
      <dgm:t>
        <a:bodyPr/>
        <a:lstStyle/>
        <a:p>
          <a:endParaRPr lang="en-US"/>
        </a:p>
      </dgm:t>
    </dgm:pt>
    <dgm:pt modelId="{3A9CBCB1-D388-4568-B33B-2BCA0B427843}" type="sibTrans" cxnId="{8B4BF27A-90B1-4005-A025-F1F9DEE3499C}">
      <dgm:prSet/>
      <dgm:spPr/>
      <dgm:t>
        <a:bodyPr/>
        <a:lstStyle/>
        <a:p>
          <a:endParaRPr lang="en-US"/>
        </a:p>
      </dgm:t>
    </dgm:pt>
    <dgm:pt modelId="{08DB205B-AD90-4E34-87DC-B62E90954EEA}">
      <dgm:prSet/>
      <dgm:spPr/>
      <dgm:t>
        <a:bodyPr/>
        <a:lstStyle/>
        <a:p>
          <a:r>
            <a:rPr lang="en-US"/>
            <a:t>- Modelo</a:t>
          </a:r>
        </a:p>
      </dgm:t>
    </dgm:pt>
    <dgm:pt modelId="{DF329BC5-9874-42D2-B492-250C1E109701}" type="parTrans" cxnId="{D1F6A1A6-2C9C-4F0A-A482-91C957370C66}">
      <dgm:prSet/>
      <dgm:spPr/>
      <dgm:t>
        <a:bodyPr/>
        <a:lstStyle/>
        <a:p>
          <a:endParaRPr lang="en-US"/>
        </a:p>
      </dgm:t>
    </dgm:pt>
    <dgm:pt modelId="{CFA0BCA1-91B5-4315-A74E-463E4D83B961}" type="sibTrans" cxnId="{D1F6A1A6-2C9C-4F0A-A482-91C957370C66}">
      <dgm:prSet/>
      <dgm:spPr/>
      <dgm:t>
        <a:bodyPr/>
        <a:lstStyle/>
        <a:p>
          <a:endParaRPr lang="en-US"/>
        </a:p>
      </dgm:t>
    </dgm:pt>
    <dgm:pt modelId="{972360EF-33C2-4C06-8D04-AF59D09417F0}">
      <dgm:prSet/>
      <dgm:spPr/>
      <dgm:t>
        <a:bodyPr/>
        <a:lstStyle/>
        <a:p>
          <a:r>
            <a:rPr lang="en-US"/>
            <a:t>- Línea de Montaje</a:t>
          </a:r>
        </a:p>
      </dgm:t>
    </dgm:pt>
    <dgm:pt modelId="{F63447AF-2E45-4F39-9181-CF6C3F16F36B}" type="parTrans" cxnId="{6280EA27-F1CD-4A54-8AEC-656782FD7690}">
      <dgm:prSet/>
      <dgm:spPr/>
      <dgm:t>
        <a:bodyPr/>
        <a:lstStyle/>
        <a:p>
          <a:endParaRPr lang="en-US"/>
        </a:p>
      </dgm:t>
    </dgm:pt>
    <dgm:pt modelId="{4DE73B1D-1E40-45BA-9F5B-356A3B5AC2BB}" type="sibTrans" cxnId="{6280EA27-F1CD-4A54-8AEC-656782FD7690}">
      <dgm:prSet/>
      <dgm:spPr/>
      <dgm:t>
        <a:bodyPr/>
        <a:lstStyle/>
        <a:p>
          <a:endParaRPr lang="en-US"/>
        </a:p>
      </dgm:t>
    </dgm:pt>
    <dgm:pt modelId="{30CC8263-3583-40A9-828D-6205E6A8C992}">
      <dgm:prSet/>
      <dgm:spPr/>
      <dgm:t>
        <a:bodyPr/>
        <a:lstStyle/>
        <a:p>
          <a:r>
            <a:rPr lang="en-US"/>
            <a:t>- Concesionario</a:t>
          </a:r>
        </a:p>
      </dgm:t>
    </dgm:pt>
    <dgm:pt modelId="{FDDADC7F-8D28-42D1-960A-D9E2C2BD39DB}" type="parTrans" cxnId="{0F5DEDDE-BE7F-425E-8ACA-BFF0344E9594}">
      <dgm:prSet/>
      <dgm:spPr/>
      <dgm:t>
        <a:bodyPr/>
        <a:lstStyle/>
        <a:p>
          <a:endParaRPr lang="en-US"/>
        </a:p>
      </dgm:t>
    </dgm:pt>
    <dgm:pt modelId="{C625FFCA-EBA9-4EE3-9530-CDAB1941F24B}" type="sibTrans" cxnId="{0F5DEDDE-BE7F-425E-8ACA-BFF0344E9594}">
      <dgm:prSet/>
      <dgm:spPr/>
      <dgm:t>
        <a:bodyPr/>
        <a:lstStyle/>
        <a:p>
          <a:endParaRPr lang="en-US"/>
        </a:p>
      </dgm:t>
    </dgm:pt>
    <dgm:pt modelId="{34632B93-D123-439C-9844-C84418624949}">
      <dgm:prSet/>
      <dgm:spPr/>
      <dgm:t>
        <a:bodyPr/>
        <a:lstStyle/>
        <a:p>
          <a:r>
            <a:rPr lang="en-US"/>
            <a:t>- Pedido</a:t>
          </a:r>
        </a:p>
      </dgm:t>
    </dgm:pt>
    <dgm:pt modelId="{62C506BB-1D53-4C3F-A597-ECED5C59E53E}" type="parTrans" cxnId="{775A3D24-88DD-4955-9088-AE8DFD7FFF5C}">
      <dgm:prSet/>
      <dgm:spPr/>
      <dgm:t>
        <a:bodyPr/>
        <a:lstStyle/>
        <a:p>
          <a:endParaRPr lang="en-US"/>
        </a:p>
      </dgm:t>
    </dgm:pt>
    <dgm:pt modelId="{4B802081-7CF0-489F-8AC8-7B5536C18558}" type="sibTrans" cxnId="{775A3D24-88DD-4955-9088-AE8DFD7FFF5C}">
      <dgm:prSet/>
      <dgm:spPr/>
      <dgm:t>
        <a:bodyPr/>
        <a:lstStyle/>
        <a:p>
          <a:endParaRPr lang="en-US"/>
        </a:p>
      </dgm:t>
    </dgm:pt>
    <dgm:pt modelId="{AFD0C4F7-331B-4F47-87DA-DF3AAB720FE8}">
      <dgm:prSet/>
      <dgm:spPr/>
      <dgm:t>
        <a:bodyPr/>
        <a:lstStyle/>
        <a:p>
          <a:r>
            <a:rPr lang="en-US"/>
            <a:t>- Detalle Pedido</a:t>
          </a:r>
        </a:p>
      </dgm:t>
    </dgm:pt>
    <dgm:pt modelId="{2D6FA674-FBB7-460B-BF51-BDCA36223CFB}" type="parTrans" cxnId="{7D905D82-8BCA-44AB-923A-7EE1A0C635F8}">
      <dgm:prSet/>
      <dgm:spPr/>
      <dgm:t>
        <a:bodyPr/>
        <a:lstStyle/>
        <a:p>
          <a:endParaRPr lang="en-US"/>
        </a:p>
      </dgm:t>
    </dgm:pt>
    <dgm:pt modelId="{D80EAADE-0F24-437D-8A12-1351BC7B0D95}" type="sibTrans" cxnId="{7D905D82-8BCA-44AB-923A-7EE1A0C635F8}">
      <dgm:prSet/>
      <dgm:spPr/>
      <dgm:t>
        <a:bodyPr/>
        <a:lstStyle/>
        <a:p>
          <a:endParaRPr lang="en-US"/>
        </a:p>
      </dgm:t>
    </dgm:pt>
    <dgm:pt modelId="{82ECA369-4C38-45AA-B79C-71A7604831D2}" type="pres">
      <dgm:prSet presAssocID="{E7A887BA-E4F1-40A3-9DD2-D12DE295D9AE}" presName="linear" presStyleCnt="0">
        <dgm:presLayoutVars>
          <dgm:animLvl val="lvl"/>
          <dgm:resizeHandles val="exact"/>
        </dgm:presLayoutVars>
      </dgm:prSet>
      <dgm:spPr/>
    </dgm:pt>
    <dgm:pt modelId="{8676834D-2035-4C93-8EA5-D81778C50A97}" type="pres">
      <dgm:prSet presAssocID="{2EC91CFE-D48B-4A2C-B0AB-485C7761360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93122B7-A2B9-44D8-AFE8-FAF890583279}" type="pres">
      <dgm:prSet presAssocID="{F76B8F92-9A1D-487D-986C-157564778509}" presName="spacer" presStyleCnt="0"/>
      <dgm:spPr/>
    </dgm:pt>
    <dgm:pt modelId="{BEF1B299-44A5-45E3-B694-FBA2B345053A}" type="pres">
      <dgm:prSet presAssocID="{71795EE2-545C-4EB7-9249-7695204C1764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507AFB23-3668-4E64-8B52-E6A3013C0F2A}" type="pres">
      <dgm:prSet presAssocID="{55F9F8D9-80AD-4FE1-AD07-6D6E7C1B87AC}" presName="spacer" presStyleCnt="0"/>
      <dgm:spPr/>
    </dgm:pt>
    <dgm:pt modelId="{8DE4D9BB-76DE-47D8-8F6F-ADEF8472F748}" type="pres">
      <dgm:prSet presAssocID="{0724325D-FAD6-40F6-94F2-074D9563EA9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FAA28803-FC62-4B62-8AE5-042014D40CD3}" type="pres">
      <dgm:prSet presAssocID="{A37A2BD3-7313-4CE0-9343-73DC6C34010F}" presName="spacer" presStyleCnt="0"/>
      <dgm:spPr/>
    </dgm:pt>
    <dgm:pt modelId="{E0FCE4BE-BE0F-43D2-8050-23B80D2B1FCC}" type="pres">
      <dgm:prSet presAssocID="{AE8D3E1E-0FBC-48BF-B1BD-2C8CB8AB2B31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CD703D47-B75C-482A-89E0-8A61621286B2}" type="pres">
      <dgm:prSet presAssocID="{649734C3-0535-4AA3-A741-66F151C6AA49}" presName="spacer" presStyleCnt="0"/>
      <dgm:spPr/>
    </dgm:pt>
    <dgm:pt modelId="{F7449999-7725-4C9F-8150-853A124D015E}" type="pres">
      <dgm:prSet presAssocID="{CEA41CCC-4CB2-400D-83F6-1F2C5F0D2195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FD0D1B3-BE1F-443C-A536-124F1B2139B7}" type="pres">
      <dgm:prSet presAssocID="{3A9CBCB1-D388-4568-B33B-2BCA0B427843}" presName="spacer" presStyleCnt="0"/>
      <dgm:spPr/>
    </dgm:pt>
    <dgm:pt modelId="{B616E0BB-87F5-4EFF-A6B3-87EB13DE7714}" type="pres">
      <dgm:prSet presAssocID="{08DB205B-AD90-4E34-87DC-B62E90954EEA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714F31C-F003-4997-A8C3-E02E343B738F}" type="pres">
      <dgm:prSet presAssocID="{CFA0BCA1-91B5-4315-A74E-463E4D83B961}" presName="spacer" presStyleCnt="0"/>
      <dgm:spPr/>
    </dgm:pt>
    <dgm:pt modelId="{E682CE0D-8358-4BAD-8959-EAC7F0449E04}" type="pres">
      <dgm:prSet presAssocID="{972360EF-33C2-4C06-8D04-AF59D09417F0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8A44061-A33B-40BA-AE3A-FF78093B4824}" type="pres">
      <dgm:prSet presAssocID="{4DE73B1D-1E40-45BA-9F5B-356A3B5AC2BB}" presName="spacer" presStyleCnt="0"/>
      <dgm:spPr/>
    </dgm:pt>
    <dgm:pt modelId="{C1199B26-027F-4D4C-B55C-7DBC67DB36EE}" type="pres">
      <dgm:prSet presAssocID="{30CC8263-3583-40A9-828D-6205E6A8C992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2A4CEE15-0008-4DA5-9BAF-5B85C647EE12}" type="pres">
      <dgm:prSet presAssocID="{C625FFCA-EBA9-4EE3-9530-CDAB1941F24B}" presName="spacer" presStyleCnt="0"/>
      <dgm:spPr/>
    </dgm:pt>
    <dgm:pt modelId="{66428684-427A-4F50-BD20-9570F9C9E851}" type="pres">
      <dgm:prSet presAssocID="{34632B93-D123-439C-9844-C84418624949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92AEC22-FC5E-4C88-90A6-33AC6A0FEB16}" type="pres">
      <dgm:prSet presAssocID="{4B802081-7CF0-489F-8AC8-7B5536C18558}" presName="spacer" presStyleCnt="0"/>
      <dgm:spPr/>
    </dgm:pt>
    <dgm:pt modelId="{EDAF9715-28D9-4E54-A88B-8BF4545F456D}" type="pres">
      <dgm:prSet presAssocID="{AFD0C4F7-331B-4F47-87DA-DF3AAB720FE8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38F6E406-E0CA-4635-B0A3-81EBCEC3C194}" type="presOf" srcId="{30CC8263-3583-40A9-828D-6205E6A8C992}" destId="{C1199B26-027F-4D4C-B55C-7DBC67DB36EE}" srcOrd="0" destOrd="0" presId="urn:microsoft.com/office/officeart/2005/8/layout/vList2"/>
    <dgm:cxn modelId="{B28ABE1C-A9C4-47AF-A78E-CB0E26DDC6AE}" srcId="{E7A887BA-E4F1-40A3-9DD2-D12DE295D9AE}" destId="{71795EE2-545C-4EB7-9249-7695204C1764}" srcOrd="1" destOrd="0" parTransId="{3C10F119-58E1-4E6C-B0CE-F2932D4A4E01}" sibTransId="{55F9F8D9-80AD-4FE1-AD07-6D6E7C1B87AC}"/>
    <dgm:cxn modelId="{775A3D24-88DD-4955-9088-AE8DFD7FFF5C}" srcId="{E7A887BA-E4F1-40A3-9DD2-D12DE295D9AE}" destId="{34632B93-D123-439C-9844-C84418624949}" srcOrd="8" destOrd="0" parTransId="{62C506BB-1D53-4C3F-A597-ECED5C59E53E}" sibTransId="{4B802081-7CF0-489F-8AC8-7B5536C18558}"/>
    <dgm:cxn modelId="{6280EA27-F1CD-4A54-8AEC-656782FD7690}" srcId="{E7A887BA-E4F1-40A3-9DD2-D12DE295D9AE}" destId="{972360EF-33C2-4C06-8D04-AF59D09417F0}" srcOrd="6" destOrd="0" parTransId="{F63447AF-2E45-4F39-9181-CF6C3F16F36B}" sibTransId="{4DE73B1D-1E40-45BA-9F5B-356A3B5AC2BB}"/>
    <dgm:cxn modelId="{3081CC38-008D-4A39-9871-0DFB7E4327BE}" type="presOf" srcId="{0724325D-FAD6-40F6-94F2-074D9563EA9E}" destId="{8DE4D9BB-76DE-47D8-8F6F-ADEF8472F748}" srcOrd="0" destOrd="0" presId="urn:microsoft.com/office/officeart/2005/8/layout/vList2"/>
    <dgm:cxn modelId="{8B4BF27A-90B1-4005-A025-F1F9DEE3499C}" srcId="{E7A887BA-E4F1-40A3-9DD2-D12DE295D9AE}" destId="{CEA41CCC-4CB2-400D-83F6-1F2C5F0D2195}" srcOrd="4" destOrd="0" parTransId="{32B9EDE7-B8D0-4F06-AB4E-67996B35FA63}" sibTransId="{3A9CBCB1-D388-4568-B33B-2BCA0B427843}"/>
    <dgm:cxn modelId="{00DF1082-00CD-4E07-9879-9296E341467E}" type="presOf" srcId="{AE8D3E1E-0FBC-48BF-B1BD-2C8CB8AB2B31}" destId="{E0FCE4BE-BE0F-43D2-8050-23B80D2B1FCC}" srcOrd="0" destOrd="0" presId="urn:microsoft.com/office/officeart/2005/8/layout/vList2"/>
    <dgm:cxn modelId="{AD993F82-3209-43EA-9C35-F9072A0A2486}" type="presOf" srcId="{E7A887BA-E4F1-40A3-9DD2-D12DE295D9AE}" destId="{82ECA369-4C38-45AA-B79C-71A7604831D2}" srcOrd="0" destOrd="0" presId="urn:microsoft.com/office/officeart/2005/8/layout/vList2"/>
    <dgm:cxn modelId="{7D905D82-8BCA-44AB-923A-7EE1A0C635F8}" srcId="{E7A887BA-E4F1-40A3-9DD2-D12DE295D9AE}" destId="{AFD0C4F7-331B-4F47-87DA-DF3AAB720FE8}" srcOrd="9" destOrd="0" parTransId="{2D6FA674-FBB7-460B-BF51-BDCA36223CFB}" sibTransId="{D80EAADE-0F24-437D-8A12-1351BC7B0D95}"/>
    <dgm:cxn modelId="{C35D1584-C734-435C-8061-FD168D396FFC}" type="presOf" srcId="{34632B93-D123-439C-9844-C84418624949}" destId="{66428684-427A-4F50-BD20-9570F9C9E851}" srcOrd="0" destOrd="0" presId="urn:microsoft.com/office/officeart/2005/8/layout/vList2"/>
    <dgm:cxn modelId="{A5F4699D-D893-40E1-A865-275E82AEF53C}" type="presOf" srcId="{972360EF-33C2-4C06-8D04-AF59D09417F0}" destId="{E682CE0D-8358-4BAD-8959-EAC7F0449E04}" srcOrd="0" destOrd="0" presId="urn:microsoft.com/office/officeart/2005/8/layout/vList2"/>
    <dgm:cxn modelId="{D1F6A1A6-2C9C-4F0A-A482-91C957370C66}" srcId="{E7A887BA-E4F1-40A3-9DD2-D12DE295D9AE}" destId="{08DB205B-AD90-4E34-87DC-B62E90954EEA}" srcOrd="5" destOrd="0" parTransId="{DF329BC5-9874-42D2-B492-250C1E109701}" sibTransId="{CFA0BCA1-91B5-4315-A74E-463E4D83B961}"/>
    <dgm:cxn modelId="{F28D51BC-2D66-41A9-AB88-398D727C6EDA}" srcId="{E7A887BA-E4F1-40A3-9DD2-D12DE295D9AE}" destId="{AE8D3E1E-0FBC-48BF-B1BD-2C8CB8AB2B31}" srcOrd="3" destOrd="0" parTransId="{4969F931-C6CD-4D74-8FCF-D96ACDB3CF99}" sibTransId="{649734C3-0535-4AA3-A741-66F151C6AA49}"/>
    <dgm:cxn modelId="{92C267C0-03A7-4C98-9DC8-AA5009E655B9}" type="presOf" srcId="{2EC91CFE-D48B-4A2C-B0AB-485C77613600}" destId="{8676834D-2035-4C93-8EA5-D81778C50A97}" srcOrd="0" destOrd="0" presId="urn:microsoft.com/office/officeart/2005/8/layout/vList2"/>
    <dgm:cxn modelId="{E04058CC-FF75-4505-952C-2563F25DE8EE}" type="presOf" srcId="{71795EE2-545C-4EB7-9249-7695204C1764}" destId="{BEF1B299-44A5-45E3-B694-FBA2B345053A}" srcOrd="0" destOrd="0" presId="urn:microsoft.com/office/officeart/2005/8/layout/vList2"/>
    <dgm:cxn modelId="{AF92B9CC-BF60-4696-9848-1BB7D56B5327}" type="presOf" srcId="{08DB205B-AD90-4E34-87DC-B62E90954EEA}" destId="{B616E0BB-87F5-4EFF-A6B3-87EB13DE7714}" srcOrd="0" destOrd="0" presId="urn:microsoft.com/office/officeart/2005/8/layout/vList2"/>
    <dgm:cxn modelId="{9AA0F9CC-7577-40EA-8AB6-312E945FFA42}" type="presOf" srcId="{AFD0C4F7-331B-4F47-87DA-DF3AAB720FE8}" destId="{EDAF9715-28D9-4E54-A88B-8BF4545F456D}" srcOrd="0" destOrd="0" presId="urn:microsoft.com/office/officeart/2005/8/layout/vList2"/>
    <dgm:cxn modelId="{C22799CD-BDBD-48D9-95B9-69F313BF7F4B}" type="presOf" srcId="{CEA41CCC-4CB2-400D-83F6-1F2C5F0D2195}" destId="{F7449999-7725-4C9F-8150-853A124D015E}" srcOrd="0" destOrd="0" presId="urn:microsoft.com/office/officeart/2005/8/layout/vList2"/>
    <dgm:cxn modelId="{CC29ACD1-DFEB-42CE-A069-91234D4782D8}" srcId="{E7A887BA-E4F1-40A3-9DD2-D12DE295D9AE}" destId="{0724325D-FAD6-40F6-94F2-074D9563EA9E}" srcOrd="2" destOrd="0" parTransId="{BDDCA7E8-DB5A-4069-9798-2A54A01B1698}" sibTransId="{A37A2BD3-7313-4CE0-9343-73DC6C34010F}"/>
    <dgm:cxn modelId="{DD7616DA-D719-4ECA-9E3A-B6BAB0F0685E}" srcId="{E7A887BA-E4F1-40A3-9DD2-D12DE295D9AE}" destId="{2EC91CFE-D48B-4A2C-B0AB-485C77613600}" srcOrd="0" destOrd="0" parTransId="{966DF8B8-C3BB-4C33-8BD9-2CAAFE4D00CE}" sibTransId="{F76B8F92-9A1D-487D-986C-157564778509}"/>
    <dgm:cxn modelId="{0F5DEDDE-BE7F-425E-8ACA-BFF0344E9594}" srcId="{E7A887BA-E4F1-40A3-9DD2-D12DE295D9AE}" destId="{30CC8263-3583-40A9-828D-6205E6A8C992}" srcOrd="7" destOrd="0" parTransId="{FDDADC7F-8D28-42D1-960A-D9E2C2BD39DB}" sibTransId="{C625FFCA-EBA9-4EE3-9530-CDAB1941F24B}"/>
    <dgm:cxn modelId="{D6284224-2FC1-483C-B83B-C3D9E094EEE8}" type="presParOf" srcId="{82ECA369-4C38-45AA-B79C-71A7604831D2}" destId="{8676834D-2035-4C93-8EA5-D81778C50A97}" srcOrd="0" destOrd="0" presId="urn:microsoft.com/office/officeart/2005/8/layout/vList2"/>
    <dgm:cxn modelId="{1A77F856-5D3C-47D4-9B5D-949D8AE69407}" type="presParOf" srcId="{82ECA369-4C38-45AA-B79C-71A7604831D2}" destId="{993122B7-A2B9-44D8-AFE8-FAF890583279}" srcOrd="1" destOrd="0" presId="urn:microsoft.com/office/officeart/2005/8/layout/vList2"/>
    <dgm:cxn modelId="{7A74D2E6-81F4-404A-9943-390CD80C0447}" type="presParOf" srcId="{82ECA369-4C38-45AA-B79C-71A7604831D2}" destId="{BEF1B299-44A5-45E3-B694-FBA2B345053A}" srcOrd="2" destOrd="0" presId="urn:microsoft.com/office/officeart/2005/8/layout/vList2"/>
    <dgm:cxn modelId="{698A4E54-97A0-462C-ACBD-BD9D72DDCF0D}" type="presParOf" srcId="{82ECA369-4C38-45AA-B79C-71A7604831D2}" destId="{507AFB23-3668-4E64-8B52-E6A3013C0F2A}" srcOrd="3" destOrd="0" presId="urn:microsoft.com/office/officeart/2005/8/layout/vList2"/>
    <dgm:cxn modelId="{27042594-869E-4C51-8082-B7BD2585D355}" type="presParOf" srcId="{82ECA369-4C38-45AA-B79C-71A7604831D2}" destId="{8DE4D9BB-76DE-47D8-8F6F-ADEF8472F748}" srcOrd="4" destOrd="0" presId="urn:microsoft.com/office/officeart/2005/8/layout/vList2"/>
    <dgm:cxn modelId="{73F3D3B5-2E1B-415D-98A7-FFCFAA3F19A2}" type="presParOf" srcId="{82ECA369-4C38-45AA-B79C-71A7604831D2}" destId="{FAA28803-FC62-4B62-8AE5-042014D40CD3}" srcOrd="5" destOrd="0" presId="urn:microsoft.com/office/officeart/2005/8/layout/vList2"/>
    <dgm:cxn modelId="{75886F70-77CF-423F-B742-8D35986C0CF6}" type="presParOf" srcId="{82ECA369-4C38-45AA-B79C-71A7604831D2}" destId="{E0FCE4BE-BE0F-43D2-8050-23B80D2B1FCC}" srcOrd="6" destOrd="0" presId="urn:microsoft.com/office/officeart/2005/8/layout/vList2"/>
    <dgm:cxn modelId="{41FB49F5-3623-4EA6-909F-F58A765141C5}" type="presParOf" srcId="{82ECA369-4C38-45AA-B79C-71A7604831D2}" destId="{CD703D47-B75C-482A-89E0-8A61621286B2}" srcOrd="7" destOrd="0" presId="urn:microsoft.com/office/officeart/2005/8/layout/vList2"/>
    <dgm:cxn modelId="{EC4F9A68-AE92-4643-9EC5-898F5FE53F3A}" type="presParOf" srcId="{82ECA369-4C38-45AA-B79C-71A7604831D2}" destId="{F7449999-7725-4C9F-8150-853A124D015E}" srcOrd="8" destOrd="0" presId="urn:microsoft.com/office/officeart/2005/8/layout/vList2"/>
    <dgm:cxn modelId="{BE83008D-362B-4755-831A-39CD0D5AE323}" type="presParOf" srcId="{82ECA369-4C38-45AA-B79C-71A7604831D2}" destId="{9FD0D1B3-BE1F-443C-A536-124F1B2139B7}" srcOrd="9" destOrd="0" presId="urn:microsoft.com/office/officeart/2005/8/layout/vList2"/>
    <dgm:cxn modelId="{EC09E893-6841-4E49-8F9F-0F9CC489DCBD}" type="presParOf" srcId="{82ECA369-4C38-45AA-B79C-71A7604831D2}" destId="{B616E0BB-87F5-4EFF-A6B3-87EB13DE7714}" srcOrd="10" destOrd="0" presId="urn:microsoft.com/office/officeart/2005/8/layout/vList2"/>
    <dgm:cxn modelId="{5C7B327D-CFF6-40FE-A191-4EC890B46995}" type="presParOf" srcId="{82ECA369-4C38-45AA-B79C-71A7604831D2}" destId="{7714F31C-F003-4997-A8C3-E02E343B738F}" srcOrd="11" destOrd="0" presId="urn:microsoft.com/office/officeart/2005/8/layout/vList2"/>
    <dgm:cxn modelId="{6B0A8B27-D077-4E75-81EE-17609B9CCCE7}" type="presParOf" srcId="{82ECA369-4C38-45AA-B79C-71A7604831D2}" destId="{E682CE0D-8358-4BAD-8959-EAC7F0449E04}" srcOrd="12" destOrd="0" presId="urn:microsoft.com/office/officeart/2005/8/layout/vList2"/>
    <dgm:cxn modelId="{40A8FA96-89D5-43DF-8DC0-3416E02FD429}" type="presParOf" srcId="{82ECA369-4C38-45AA-B79C-71A7604831D2}" destId="{48A44061-A33B-40BA-AE3A-FF78093B4824}" srcOrd="13" destOrd="0" presId="urn:microsoft.com/office/officeart/2005/8/layout/vList2"/>
    <dgm:cxn modelId="{0285CD96-8102-41E6-AA6D-E7E4D9979145}" type="presParOf" srcId="{82ECA369-4C38-45AA-B79C-71A7604831D2}" destId="{C1199B26-027F-4D4C-B55C-7DBC67DB36EE}" srcOrd="14" destOrd="0" presId="urn:microsoft.com/office/officeart/2005/8/layout/vList2"/>
    <dgm:cxn modelId="{A844FCA6-334B-4914-AD56-D1F02560A7E0}" type="presParOf" srcId="{82ECA369-4C38-45AA-B79C-71A7604831D2}" destId="{2A4CEE15-0008-4DA5-9BAF-5B85C647EE12}" srcOrd="15" destOrd="0" presId="urn:microsoft.com/office/officeart/2005/8/layout/vList2"/>
    <dgm:cxn modelId="{AD8CC59F-8552-4D36-9F1D-0B6A484E939B}" type="presParOf" srcId="{82ECA369-4C38-45AA-B79C-71A7604831D2}" destId="{66428684-427A-4F50-BD20-9570F9C9E851}" srcOrd="16" destOrd="0" presId="urn:microsoft.com/office/officeart/2005/8/layout/vList2"/>
    <dgm:cxn modelId="{CB9565C3-0897-49EF-8ABB-95D50D37743B}" type="presParOf" srcId="{82ECA369-4C38-45AA-B79C-71A7604831D2}" destId="{C92AEC22-FC5E-4C88-90A6-33AC6A0FEB16}" srcOrd="17" destOrd="0" presId="urn:microsoft.com/office/officeart/2005/8/layout/vList2"/>
    <dgm:cxn modelId="{761D5585-5DB6-4081-9E60-0CC2387DB64D}" type="presParOf" srcId="{82ECA369-4C38-45AA-B79C-71A7604831D2}" destId="{EDAF9715-28D9-4E54-A88B-8BF4545F456D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4167E7-6F1E-4FEA-8E29-7CBD631600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05FA8F1-3C34-4CA9-B6B8-6D2B6C4D96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📦 PROVEEDOR: Datos de las empresas proveedoras.</a:t>
          </a:r>
        </a:p>
      </dgm:t>
    </dgm:pt>
    <dgm:pt modelId="{DF858B5C-BD08-418B-9EFB-AF02582A9D48}" type="parTrans" cxnId="{4FDF09C8-A388-4B36-8148-5872EEAC5047}">
      <dgm:prSet/>
      <dgm:spPr/>
      <dgm:t>
        <a:bodyPr/>
        <a:lstStyle/>
        <a:p>
          <a:endParaRPr lang="en-US"/>
        </a:p>
      </dgm:t>
    </dgm:pt>
    <dgm:pt modelId="{60187275-97EE-431A-9414-83436D1BD6E7}" type="sibTrans" cxnId="{4FDF09C8-A388-4B36-8148-5872EEAC5047}">
      <dgm:prSet/>
      <dgm:spPr/>
      <dgm:t>
        <a:bodyPr/>
        <a:lstStyle/>
        <a:p>
          <a:endParaRPr lang="en-US"/>
        </a:p>
      </dgm:t>
    </dgm:pt>
    <dgm:pt modelId="{4837CDFA-3179-44AD-AAFA-13E896FD4E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🔧 INSUMO: Elementos necesarios para fabricar vehículos.</a:t>
          </a:r>
        </a:p>
      </dgm:t>
    </dgm:pt>
    <dgm:pt modelId="{502E3842-BEDD-4A0C-84C3-8BF679F9D435}" type="parTrans" cxnId="{ED985694-CEB8-468C-A578-AC599FB60226}">
      <dgm:prSet/>
      <dgm:spPr/>
      <dgm:t>
        <a:bodyPr/>
        <a:lstStyle/>
        <a:p>
          <a:endParaRPr lang="en-US"/>
        </a:p>
      </dgm:t>
    </dgm:pt>
    <dgm:pt modelId="{1CE2CD04-70DA-4AF8-BB6B-FEC421E587C0}" type="sibTrans" cxnId="{ED985694-CEB8-468C-A578-AC599FB60226}">
      <dgm:prSet/>
      <dgm:spPr/>
      <dgm:t>
        <a:bodyPr/>
        <a:lstStyle/>
        <a:p>
          <a:endParaRPr lang="en-US"/>
        </a:p>
      </dgm:t>
    </dgm:pt>
    <dgm:pt modelId="{80D434F3-6B18-4ECC-B408-C588788A9C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🔗 PROVEEDOR_INSUMOS: Relación muchos-a-muchos.</a:t>
          </a:r>
        </a:p>
      </dgm:t>
    </dgm:pt>
    <dgm:pt modelId="{CC299459-4761-479F-BFFE-721C721807F6}" type="parTrans" cxnId="{80CCE0A6-CD54-4574-8DE1-03B2BF136455}">
      <dgm:prSet/>
      <dgm:spPr/>
      <dgm:t>
        <a:bodyPr/>
        <a:lstStyle/>
        <a:p>
          <a:endParaRPr lang="en-US"/>
        </a:p>
      </dgm:t>
    </dgm:pt>
    <dgm:pt modelId="{A9DBD0A3-B6B3-441D-8178-34F480A527EE}" type="sibTrans" cxnId="{80CCE0A6-CD54-4574-8DE1-03B2BF136455}">
      <dgm:prSet/>
      <dgm:spPr/>
      <dgm:t>
        <a:bodyPr/>
        <a:lstStyle/>
        <a:p>
          <a:endParaRPr lang="en-US"/>
        </a:p>
      </dgm:t>
    </dgm:pt>
    <dgm:pt modelId="{15FD3280-9B0F-4084-A37B-0414ED17CA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🚗 MODELO: Tipos de autos fabricados.</a:t>
          </a:r>
        </a:p>
      </dgm:t>
    </dgm:pt>
    <dgm:pt modelId="{BB95EB1C-0A4C-4CCB-8A89-728FE1A47D36}" type="parTrans" cxnId="{4A5A7A86-1A56-4F96-9E33-274BA0AD7AEA}">
      <dgm:prSet/>
      <dgm:spPr/>
      <dgm:t>
        <a:bodyPr/>
        <a:lstStyle/>
        <a:p>
          <a:endParaRPr lang="en-US"/>
        </a:p>
      </dgm:t>
    </dgm:pt>
    <dgm:pt modelId="{AF277FC9-8794-42A6-AD7C-978737B706BD}" type="sibTrans" cxnId="{4A5A7A86-1A56-4F96-9E33-274BA0AD7AEA}">
      <dgm:prSet/>
      <dgm:spPr/>
      <dgm:t>
        <a:bodyPr/>
        <a:lstStyle/>
        <a:p>
          <a:endParaRPr lang="en-US"/>
        </a:p>
      </dgm:t>
    </dgm:pt>
    <dgm:pt modelId="{73EFC22D-0F54-498B-84D1-FA739A137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🏭 LÍNEA MONTAJE: Capacidad y modelo asociado.</a:t>
          </a:r>
        </a:p>
      </dgm:t>
    </dgm:pt>
    <dgm:pt modelId="{2541225B-2F53-4B6C-A19F-5C341F1DA419}" type="parTrans" cxnId="{7FF78316-D7FE-4243-A46E-AA70739D5B79}">
      <dgm:prSet/>
      <dgm:spPr/>
      <dgm:t>
        <a:bodyPr/>
        <a:lstStyle/>
        <a:p>
          <a:endParaRPr lang="en-US"/>
        </a:p>
      </dgm:t>
    </dgm:pt>
    <dgm:pt modelId="{5D80F142-F3E1-4A26-8102-BDB5C80BC56F}" type="sibTrans" cxnId="{7FF78316-D7FE-4243-A46E-AA70739D5B79}">
      <dgm:prSet/>
      <dgm:spPr/>
      <dgm:t>
        <a:bodyPr/>
        <a:lstStyle/>
        <a:p>
          <a:endParaRPr lang="en-US"/>
        </a:p>
      </dgm:t>
    </dgm:pt>
    <dgm:pt modelId="{BB3E0EF5-5282-4418-8177-466FD90307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🏢 CONCESIONARIO: Empresas que venden autos.</a:t>
          </a:r>
        </a:p>
      </dgm:t>
    </dgm:pt>
    <dgm:pt modelId="{5157B680-EC58-4ED1-BD2E-915A2AACBE81}" type="parTrans" cxnId="{D133FD7F-6699-45CC-BC8D-E732A074CEFF}">
      <dgm:prSet/>
      <dgm:spPr/>
      <dgm:t>
        <a:bodyPr/>
        <a:lstStyle/>
        <a:p>
          <a:endParaRPr lang="en-US"/>
        </a:p>
      </dgm:t>
    </dgm:pt>
    <dgm:pt modelId="{99293D2A-841C-4424-84F8-8E1DDA58F6FB}" type="sibTrans" cxnId="{D133FD7F-6699-45CC-BC8D-E732A074CEFF}">
      <dgm:prSet/>
      <dgm:spPr/>
      <dgm:t>
        <a:bodyPr/>
        <a:lstStyle/>
        <a:p>
          <a:endParaRPr lang="en-US"/>
        </a:p>
      </dgm:t>
    </dgm:pt>
    <dgm:pt modelId="{81094C01-F172-4F11-8645-D38C3DBABE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📝 PEDIDO: Encabezado del pedido.</a:t>
          </a:r>
        </a:p>
      </dgm:t>
    </dgm:pt>
    <dgm:pt modelId="{636FA1FC-56AC-4FC6-AFA9-AEDB346AC8A0}" type="parTrans" cxnId="{866468D1-34E5-475D-87DE-4C92671499C9}">
      <dgm:prSet/>
      <dgm:spPr/>
      <dgm:t>
        <a:bodyPr/>
        <a:lstStyle/>
        <a:p>
          <a:endParaRPr lang="en-US"/>
        </a:p>
      </dgm:t>
    </dgm:pt>
    <dgm:pt modelId="{08098704-54DD-466E-816E-605F30D323E6}" type="sibTrans" cxnId="{866468D1-34E5-475D-87DE-4C92671499C9}">
      <dgm:prSet/>
      <dgm:spPr/>
      <dgm:t>
        <a:bodyPr/>
        <a:lstStyle/>
        <a:p>
          <a:endParaRPr lang="en-US"/>
        </a:p>
      </dgm:t>
    </dgm:pt>
    <dgm:pt modelId="{9BF558D8-F3C7-40C1-AEA7-D7258A495C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📊 DETALLE_PEDIDO: Modelos y cantidades.</a:t>
          </a:r>
        </a:p>
      </dgm:t>
    </dgm:pt>
    <dgm:pt modelId="{F73290F7-024D-4D57-8798-F717C271EEA7}" type="parTrans" cxnId="{9E97BE72-9DB3-446F-B8EF-3C7E509DD6CA}">
      <dgm:prSet/>
      <dgm:spPr/>
      <dgm:t>
        <a:bodyPr/>
        <a:lstStyle/>
        <a:p>
          <a:endParaRPr lang="en-US"/>
        </a:p>
      </dgm:t>
    </dgm:pt>
    <dgm:pt modelId="{2BAAD0D7-643A-488D-8740-64EA6BF79720}" type="sibTrans" cxnId="{9E97BE72-9DB3-446F-B8EF-3C7E509DD6CA}">
      <dgm:prSet/>
      <dgm:spPr/>
      <dgm:t>
        <a:bodyPr/>
        <a:lstStyle/>
        <a:p>
          <a:endParaRPr lang="en-US"/>
        </a:p>
      </dgm:t>
    </dgm:pt>
    <dgm:pt modelId="{F88AD173-4C16-47F7-A266-F430B84981A3}" type="pres">
      <dgm:prSet presAssocID="{3C4167E7-6F1E-4FEA-8E29-7CBD631600C1}" presName="root" presStyleCnt="0">
        <dgm:presLayoutVars>
          <dgm:dir/>
          <dgm:resizeHandles val="exact"/>
        </dgm:presLayoutVars>
      </dgm:prSet>
      <dgm:spPr/>
    </dgm:pt>
    <dgm:pt modelId="{B81F2BB7-D762-47EF-A0E1-3BBBF1BFAEA7}" type="pres">
      <dgm:prSet presAssocID="{705FA8F1-3C34-4CA9-B6B8-6D2B6C4D9683}" presName="compNode" presStyleCnt="0"/>
      <dgm:spPr/>
    </dgm:pt>
    <dgm:pt modelId="{C8219C99-92AF-48DA-988A-EFDB987CEEF7}" type="pres">
      <dgm:prSet presAssocID="{705FA8F1-3C34-4CA9-B6B8-6D2B6C4D9683}" presName="bgRect" presStyleLbl="bgShp" presStyleIdx="0" presStyleCnt="8"/>
      <dgm:spPr/>
    </dgm:pt>
    <dgm:pt modelId="{5D4F7C83-64C8-42F1-B21D-A56505FF9C65}" type="pres">
      <dgm:prSet presAssocID="{705FA8F1-3C34-4CA9-B6B8-6D2B6C4D968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959EC73D-77B6-4CE2-BE45-BB85FA026E08}" type="pres">
      <dgm:prSet presAssocID="{705FA8F1-3C34-4CA9-B6B8-6D2B6C4D9683}" presName="spaceRect" presStyleCnt="0"/>
      <dgm:spPr/>
    </dgm:pt>
    <dgm:pt modelId="{06C3DC0E-E5A0-4D87-9EDD-ADB6E50A81CE}" type="pres">
      <dgm:prSet presAssocID="{705FA8F1-3C34-4CA9-B6B8-6D2B6C4D9683}" presName="parTx" presStyleLbl="revTx" presStyleIdx="0" presStyleCnt="8">
        <dgm:presLayoutVars>
          <dgm:chMax val="0"/>
          <dgm:chPref val="0"/>
        </dgm:presLayoutVars>
      </dgm:prSet>
      <dgm:spPr/>
    </dgm:pt>
    <dgm:pt modelId="{2847F0E7-9354-40CC-9362-B7BE46C50B59}" type="pres">
      <dgm:prSet presAssocID="{60187275-97EE-431A-9414-83436D1BD6E7}" presName="sibTrans" presStyleCnt="0"/>
      <dgm:spPr/>
    </dgm:pt>
    <dgm:pt modelId="{51B19641-FEFF-4ABF-B23B-8C54CCEBFA13}" type="pres">
      <dgm:prSet presAssocID="{4837CDFA-3179-44AD-AAFA-13E896FD4EF3}" presName="compNode" presStyleCnt="0"/>
      <dgm:spPr/>
    </dgm:pt>
    <dgm:pt modelId="{C0F06925-3295-4F32-A919-B7E594D65823}" type="pres">
      <dgm:prSet presAssocID="{4837CDFA-3179-44AD-AAFA-13E896FD4EF3}" presName="bgRect" presStyleLbl="bgShp" presStyleIdx="1" presStyleCnt="8"/>
      <dgm:spPr/>
    </dgm:pt>
    <dgm:pt modelId="{96C8EE8B-B8DF-4706-86D7-EFF034E42AF2}" type="pres">
      <dgm:prSet presAssocID="{4837CDFA-3179-44AD-AAFA-13E896FD4EF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3ED4AC18-9F07-454D-B0D6-FC9C5E97FCF1}" type="pres">
      <dgm:prSet presAssocID="{4837CDFA-3179-44AD-AAFA-13E896FD4EF3}" presName="spaceRect" presStyleCnt="0"/>
      <dgm:spPr/>
    </dgm:pt>
    <dgm:pt modelId="{377964AD-81D9-4806-8EA3-FDC525AFB083}" type="pres">
      <dgm:prSet presAssocID="{4837CDFA-3179-44AD-AAFA-13E896FD4EF3}" presName="parTx" presStyleLbl="revTx" presStyleIdx="1" presStyleCnt="8">
        <dgm:presLayoutVars>
          <dgm:chMax val="0"/>
          <dgm:chPref val="0"/>
        </dgm:presLayoutVars>
      </dgm:prSet>
      <dgm:spPr/>
    </dgm:pt>
    <dgm:pt modelId="{B5D5EB79-968B-47C9-9CC1-BA6C91584AAB}" type="pres">
      <dgm:prSet presAssocID="{1CE2CD04-70DA-4AF8-BB6B-FEC421E587C0}" presName="sibTrans" presStyleCnt="0"/>
      <dgm:spPr/>
    </dgm:pt>
    <dgm:pt modelId="{DA8B68A9-6094-48B5-89A7-84CCBD01748B}" type="pres">
      <dgm:prSet presAssocID="{80D434F3-6B18-4ECC-B408-C588788A9C86}" presName="compNode" presStyleCnt="0"/>
      <dgm:spPr/>
    </dgm:pt>
    <dgm:pt modelId="{A70A65DD-CAF1-42A9-8BC0-EA3EAFD74F9A}" type="pres">
      <dgm:prSet presAssocID="{80D434F3-6B18-4ECC-B408-C588788A9C86}" presName="bgRect" presStyleLbl="bgShp" presStyleIdx="2" presStyleCnt="8"/>
      <dgm:spPr/>
    </dgm:pt>
    <dgm:pt modelId="{55B473A1-90EB-4D7F-AFE4-74F976D1EACA}" type="pres">
      <dgm:prSet presAssocID="{80D434F3-6B18-4ECC-B408-C588788A9C86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15C4750D-DB68-427E-BF9D-1720D7E17D96}" type="pres">
      <dgm:prSet presAssocID="{80D434F3-6B18-4ECC-B408-C588788A9C86}" presName="spaceRect" presStyleCnt="0"/>
      <dgm:spPr/>
    </dgm:pt>
    <dgm:pt modelId="{A147FAAF-F8FE-4E3D-A416-F0C871DAA617}" type="pres">
      <dgm:prSet presAssocID="{80D434F3-6B18-4ECC-B408-C588788A9C86}" presName="parTx" presStyleLbl="revTx" presStyleIdx="2" presStyleCnt="8">
        <dgm:presLayoutVars>
          <dgm:chMax val="0"/>
          <dgm:chPref val="0"/>
        </dgm:presLayoutVars>
      </dgm:prSet>
      <dgm:spPr/>
    </dgm:pt>
    <dgm:pt modelId="{3F8B96EB-8A67-4A42-8EFC-33D820A19E59}" type="pres">
      <dgm:prSet presAssocID="{A9DBD0A3-B6B3-441D-8178-34F480A527EE}" presName="sibTrans" presStyleCnt="0"/>
      <dgm:spPr/>
    </dgm:pt>
    <dgm:pt modelId="{2554D2E9-2906-41FF-86CD-0A0AA8781849}" type="pres">
      <dgm:prSet presAssocID="{15FD3280-9B0F-4084-A37B-0414ED17CA8B}" presName="compNode" presStyleCnt="0"/>
      <dgm:spPr/>
    </dgm:pt>
    <dgm:pt modelId="{28A38DEB-B480-46DB-AF02-CC9FCA704A95}" type="pres">
      <dgm:prSet presAssocID="{15FD3280-9B0F-4084-A37B-0414ED17CA8B}" presName="bgRect" presStyleLbl="bgShp" presStyleIdx="3" presStyleCnt="8"/>
      <dgm:spPr/>
    </dgm:pt>
    <dgm:pt modelId="{187ABE76-C824-4690-A9A6-0AA84B7C29A8}" type="pres">
      <dgm:prSet presAssocID="{15FD3280-9B0F-4084-A37B-0414ED17CA8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úter"/>
        </a:ext>
      </dgm:extLst>
    </dgm:pt>
    <dgm:pt modelId="{EF0B167D-EE2B-481E-8C95-F29B56E2E72C}" type="pres">
      <dgm:prSet presAssocID="{15FD3280-9B0F-4084-A37B-0414ED17CA8B}" presName="spaceRect" presStyleCnt="0"/>
      <dgm:spPr/>
    </dgm:pt>
    <dgm:pt modelId="{40D392B2-365F-4B19-AF6D-9262C52D5E24}" type="pres">
      <dgm:prSet presAssocID="{15FD3280-9B0F-4084-A37B-0414ED17CA8B}" presName="parTx" presStyleLbl="revTx" presStyleIdx="3" presStyleCnt="8">
        <dgm:presLayoutVars>
          <dgm:chMax val="0"/>
          <dgm:chPref val="0"/>
        </dgm:presLayoutVars>
      </dgm:prSet>
      <dgm:spPr/>
    </dgm:pt>
    <dgm:pt modelId="{413B679B-3065-42F4-9951-63B26C5E8C87}" type="pres">
      <dgm:prSet presAssocID="{AF277FC9-8794-42A6-AD7C-978737B706BD}" presName="sibTrans" presStyleCnt="0"/>
      <dgm:spPr/>
    </dgm:pt>
    <dgm:pt modelId="{0B62C714-CA2E-42F0-BE0A-26DB0CDC935E}" type="pres">
      <dgm:prSet presAssocID="{73EFC22D-0F54-498B-84D1-FA739A137874}" presName="compNode" presStyleCnt="0"/>
      <dgm:spPr/>
    </dgm:pt>
    <dgm:pt modelId="{6556B46B-34EC-4A2E-B6CF-28685DE0CBB2}" type="pres">
      <dgm:prSet presAssocID="{73EFC22D-0F54-498B-84D1-FA739A137874}" presName="bgRect" presStyleLbl="bgShp" presStyleIdx="4" presStyleCnt="8"/>
      <dgm:spPr/>
    </dgm:pt>
    <dgm:pt modelId="{AAE15D4F-9DEC-4655-BC80-23C9EFD4CFE5}" type="pres">
      <dgm:prSet presAssocID="{73EFC22D-0F54-498B-84D1-FA739A13787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18F68A27-3BEA-4BA6-BC3F-3369A0BF1DD7}" type="pres">
      <dgm:prSet presAssocID="{73EFC22D-0F54-498B-84D1-FA739A137874}" presName="spaceRect" presStyleCnt="0"/>
      <dgm:spPr/>
    </dgm:pt>
    <dgm:pt modelId="{AC472F4B-EC09-4FF5-93DB-86BF2992B543}" type="pres">
      <dgm:prSet presAssocID="{73EFC22D-0F54-498B-84D1-FA739A137874}" presName="parTx" presStyleLbl="revTx" presStyleIdx="4" presStyleCnt="8">
        <dgm:presLayoutVars>
          <dgm:chMax val="0"/>
          <dgm:chPref val="0"/>
        </dgm:presLayoutVars>
      </dgm:prSet>
      <dgm:spPr/>
    </dgm:pt>
    <dgm:pt modelId="{C05B6A64-755F-4AD4-8A02-032BE44115F7}" type="pres">
      <dgm:prSet presAssocID="{5D80F142-F3E1-4A26-8102-BDB5C80BC56F}" presName="sibTrans" presStyleCnt="0"/>
      <dgm:spPr/>
    </dgm:pt>
    <dgm:pt modelId="{0309AEDF-8E2A-4707-AE24-87DA1CD248AB}" type="pres">
      <dgm:prSet presAssocID="{BB3E0EF5-5282-4418-8177-466FD9030758}" presName="compNode" presStyleCnt="0"/>
      <dgm:spPr/>
    </dgm:pt>
    <dgm:pt modelId="{25C6670A-E686-4821-993C-9305AC39DDE4}" type="pres">
      <dgm:prSet presAssocID="{BB3E0EF5-5282-4418-8177-466FD9030758}" presName="bgRect" presStyleLbl="bgShp" presStyleIdx="5" presStyleCnt="8"/>
      <dgm:spPr/>
    </dgm:pt>
    <dgm:pt modelId="{5C7DB363-5757-4367-9438-5D767C7A4AE4}" type="pres">
      <dgm:prSet presAssocID="{BB3E0EF5-5282-4418-8177-466FD903075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iosco"/>
        </a:ext>
      </dgm:extLst>
    </dgm:pt>
    <dgm:pt modelId="{C702B599-C357-4BF5-8466-095882B70C44}" type="pres">
      <dgm:prSet presAssocID="{BB3E0EF5-5282-4418-8177-466FD9030758}" presName="spaceRect" presStyleCnt="0"/>
      <dgm:spPr/>
    </dgm:pt>
    <dgm:pt modelId="{90698F81-41F1-4F95-ADAC-C3374C3561F5}" type="pres">
      <dgm:prSet presAssocID="{BB3E0EF5-5282-4418-8177-466FD9030758}" presName="parTx" presStyleLbl="revTx" presStyleIdx="5" presStyleCnt="8">
        <dgm:presLayoutVars>
          <dgm:chMax val="0"/>
          <dgm:chPref val="0"/>
        </dgm:presLayoutVars>
      </dgm:prSet>
      <dgm:spPr/>
    </dgm:pt>
    <dgm:pt modelId="{AB3DC92E-6E8B-46FF-9F69-AE66DD54D89B}" type="pres">
      <dgm:prSet presAssocID="{99293D2A-841C-4424-84F8-8E1DDA58F6FB}" presName="sibTrans" presStyleCnt="0"/>
      <dgm:spPr/>
    </dgm:pt>
    <dgm:pt modelId="{4D86EA9D-23F3-47D1-AC68-190E85A2287D}" type="pres">
      <dgm:prSet presAssocID="{81094C01-F172-4F11-8645-D38C3DBABEFB}" presName="compNode" presStyleCnt="0"/>
      <dgm:spPr/>
    </dgm:pt>
    <dgm:pt modelId="{1E464E6D-0F65-4363-9EDA-EE3E404A4935}" type="pres">
      <dgm:prSet presAssocID="{81094C01-F172-4F11-8645-D38C3DBABEFB}" presName="bgRect" presStyleLbl="bgShp" presStyleIdx="6" presStyleCnt="8"/>
      <dgm:spPr/>
    </dgm:pt>
    <dgm:pt modelId="{3A93A267-DC05-40C0-B91E-C4E03C09ED51}" type="pres">
      <dgm:prSet presAssocID="{81094C01-F172-4F11-8645-D38C3DBABEF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co"/>
        </a:ext>
      </dgm:extLst>
    </dgm:pt>
    <dgm:pt modelId="{202615E0-7C2F-437A-8B50-BD800CFBDB52}" type="pres">
      <dgm:prSet presAssocID="{81094C01-F172-4F11-8645-D38C3DBABEFB}" presName="spaceRect" presStyleCnt="0"/>
      <dgm:spPr/>
    </dgm:pt>
    <dgm:pt modelId="{FD706070-8FC8-4191-8AB7-7F786C14D948}" type="pres">
      <dgm:prSet presAssocID="{81094C01-F172-4F11-8645-D38C3DBABEFB}" presName="parTx" presStyleLbl="revTx" presStyleIdx="6" presStyleCnt="8">
        <dgm:presLayoutVars>
          <dgm:chMax val="0"/>
          <dgm:chPref val="0"/>
        </dgm:presLayoutVars>
      </dgm:prSet>
      <dgm:spPr/>
    </dgm:pt>
    <dgm:pt modelId="{A0000C23-13DD-4ABF-92F8-5C888FE04BDF}" type="pres">
      <dgm:prSet presAssocID="{08098704-54DD-466E-816E-605F30D323E6}" presName="sibTrans" presStyleCnt="0"/>
      <dgm:spPr/>
    </dgm:pt>
    <dgm:pt modelId="{CB9AAD8D-203E-4BD9-A851-C0B8592AA487}" type="pres">
      <dgm:prSet presAssocID="{9BF558D8-F3C7-40C1-AEA7-D7258A495C10}" presName="compNode" presStyleCnt="0"/>
      <dgm:spPr/>
    </dgm:pt>
    <dgm:pt modelId="{DAB60B44-2CF6-44F3-8CF8-587DFA5B24CB}" type="pres">
      <dgm:prSet presAssocID="{9BF558D8-F3C7-40C1-AEA7-D7258A495C10}" presName="bgRect" presStyleLbl="bgShp" presStyleIdx="7" presStyleCnt="8"/>
      <dgm:spPr/>
    </dgm:pt>
    <dgm:pt modelId="{D15892C3-9DB0-492D-9E2A-A25A88A374C2}" type="pres">
      <dgm:prSet presAssocID="{9BF558D8-F3C7-40C1-AEA7-D7258A495C1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024F1C3B-56BE-4C54-A483-3758750B459B}" type="pres">
      <dgm:prSet presAssocID="{9BF558D8-F3C7-40C1-AEA7-D7258A495C10}" presName="spaceRect" presStyleCnt="0"/>
      <dgm:spPr/>
    </dgm:pt>
    <dgm:pt modelId="{08430C9B-7710-47E5-A057-C0F8602998EE}" type="pres">
      <dgm:prSet presAssocID="{9BF558D8-F3C7-40C1-AEA7-D7258A495C10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FDA9D06-5549-414F-8967-7150933967B3}" type="presOf" srcId="{4837CDFA-3179-44AD-AAFA-13E896FD4EF3}" destId="{377964AD-81D9-4806-8EA3-FDC525AFB083}" srcOrd="0" destOrd="0" presId="urn:microsoft.com/office/officeart/2018/2/layout/IconVerticalSolidList"/>
    <dgm:cxn modelId="{8F976B08-C301-4938-94AC-15863C4F9229}" type="presOf" srcId="{BB3E0EF5-5282-4418-8177-466FD9030758}" destId="{90698F81-41F1-4F95-ADAC-C3374C3561F5}" srcOrd="0" destOrd="0" presId="urn:microsoft.com/office/officeart/2018/2/layout/IconVerticalSolidList"/>
    <dgm:cxn modelId="{7FF78316-D7FE-4243-A46E-AA70739D5B79}" srcId="{3C4167E7-6F1E-4FEA-8E29-7CBD631600C1}" destId="{73EFC22D-0F54-498B-84D1-FA739A137874}" srcOrd="4" destOrd="0" parTransId="{2541225B-2F53-4B6C-A19F-5C341F1DA419}" sibTransId="{5D80F142-F3E1-4A26-8102-BDB5C80BC56F}"/>
    <dgm:cxn modelId="{717FBE2C-984B-4BE3-98C5-E7778CC3781D}" type="presOf" srcId="{3C4167E7-6F1E-4FEA-8E29-7CBD631600C1}" destId="{F88AD173-4C16-47F7-A266-F430B84981A3}" srcOrd="0" destOrd="0" presId="urn:microsoft.com/office/officeart/2018/2/layout/IconVerticalSolidList"/>
    <dgm:cxn modelId="{6C18835E-8690-4031-B8AA-3E2A262E5F4E}" type="presOf" srcId="{73EFC22D-0F54-498B-84D1-FA739A137874}" destId="{AC472F4B-EC09-4FF5-93DB-86BF2992B543}" srcOrd="0" destOrd="0" presId="urn:microsoft.com/office/officeart/2018/2/layout/IconVerticalSolidList"/>
    <dgm:cxn modelId="{69D99561-566D-431C-A955-30BBF2C47E30}" type="presOf" srcId="{15FD3280-9B0F-4084-A37B-0414ED17CA8B}" destId="{40D392B2-365F-4B19-AF6D-9262C52D5E24}" srcOrd="0" destOrd="0" presId="urn:microsoft.com/office/officeart/2018/2/layout/IconVerticalSolidList"/>
    <dgm:cxn modelId="{86A03662-7ECC-43D8-8FC0-1E153ECCBB5F}" type="presOf" srcId="{80D434F3-6B18-4ECC-B408-C588788A9C86}" destId="{A147FAAF-F8FE-4E3D-A416-F0C871DAA617}" srcOrd="0" destOrd="0" presId="urn:microsoft.com/office/officeart/2018/2/layout/IconVerticalSolidList"/>
    <dgm:cxn modelId="{90046A43-EF00-48D7-BC17-CD5A79C94847}" type="presOf" srcId="{9BF558D8-F3C7-40C1-AEA7-D7258A495C10}" destId="{08430C9B-7710-47E5-A057-C0F8602998EE}" srcOrd="0" destOrd="0" presId="urn:microsoft.com/office/officeart/2018/2/layout/IconVerticalSolidList"/>
    <dgm:cxn modelId="{FBDAFF4D-051A-4404-89A8-682C0A8CD893}" type="presOf" srcId="{81094C01-F172-4F11-8645-D38C3DBABEFB}" destId="{FD706070-8FC8-4191-8AB7-7F786C14D948}" srcOrd="0" destOrd="0" presId="urn:microsoft.com/office/officeart/2018/2/layout/IconVerticalSolidList"/>
    <dgm:cxn modelId="{9E97BE72-9DB3-446F-B8EF-3C7E509DD6CA}" srcId="{3C4167E7-6F1E-4FEA-8E29-7CBD631600C1}" destId="{9BF558D8-F3C7-40C1-AEA7-D7258A495C10}" srcOrd="7" destOrd="0" parTransId="{F73290F7-024D-4D57-8798-F717C271EEA7}" sibTransId="{2BAAD0D7-643A-488D-8740-64EA6BF79720}"/>
    <dgm:cxn modelId="{D133FD7F-6699-45CC-BC8D-E732A074CEFF}" srcId="{3C4167E7-6F1E-4FEA-8E29-7CBD631600C1}" destId="{BB3E0EF5-5282-4418-8177-466FD9030758}" srcOrd="5" destOrd="0" parTransId="{5157B680-EC58-4ED1-BD2E-915A2AACBE81}" sibTransId="{99293D2A-841C-4424-84F8-8E1DDA58F6FB}"/>
    <dgm:cxn modelId="{4A5A7A86-1A56-4F96-9E33-274BA0AD7AEA}" srcId="{3C4167E7-6F1E-4FEA-8E29-7CBD631600C1}" destId="{15FD3280-9B0F-4084-A37B-0414ED17CA8B}" srcOrd="3" destOrd="0" parTransId="{BB95EB1C-0A4C-4CCB-8A89-728FE1A47D36}" sibTransId="{AF277FC9-8794-42A6-AD7C-978737B706BD}"/>
    <dgm:cxn modelId="{ED985694-CEB8-468C-A578-AC599FB60226}" srcId="{3C4167E7-6F1E-4FEA-8E29-7CBD631600C1}" destId="{4837CDFA-3179-44AD-AAFA-13E896FD4EF3}" srcOrd="1" destOrd="0" parTransId="{502E3842-BEDD-4A0C-84C3-8BF679F9D435}" sibTransId="{1CE2CD04-70DA-4AF8-BB6B-FEC421E587C0}"/>
    <dgm:cxn modelId="{8D939E97-7FC4-4188-B1CB-4DC9D865D007}" type="presOf" srcId="{705FA8F1-3C34-4CA9-B6B8-6D2B6C4D9683}" destId="{06C3DC0E-E5A0-4D87-9EDD-ADB6E50A81CE}" srcOrd="0" destOrd="0" presId="urn:microsoft.com/office/officeart/2018/2/layout/IconVerticalSolidList"/>
    <dgm:cxn modelId="{80CCE0A6-CD54-4574-8DE1-03B2BF136455}" srcId="{3C4167E7-6F1E-4FEA-8E29-7CBD631600C1}" destId="{80D434F3-6B18-4ECC-B408-C588788A9C86}" srcOrd="2" destOrd="0" parTransId="{CC299459-4761-479F-BFFE-721C721807F6}" sibTransId="{A9DBD0A3-B6B3-441D-8178-34F480A527EE}"/>
    <dgm:cxn modelId="{4FDF09C8-A388-4B36-8148-5872EEAC5047}" srcId="{3C4167E7-6F1E-4FEA-8E29-7CBD631600C1}" destId="{705FA8F1-3C34-4CA9-B6B8-6D2B6C4D9683}" srcOrd="0" destOrd="0" parTransId="{DF858B5C-BD08-418B-9EFB-AF02582A9D48}" sibTransId="{60187275-97EE-431A-9414-83436D1BD6E7}"/>
    <dgm:cxn modelId="{866468D1-34E5-475D-87DE-4C92671499C9}" srcId="{3C4167E7-6F1E-4FEA-8E29-7CBD631600C1}" destId="{81094C01-F172-4F11-8645-D38C3DBABEFB}" srcOrd="6" destOrd="0" parTransId="{636FA1FC-56AC-4FC6-AFA9-AEDB346AC8A0}" sibTransId="{08098704-54DD-466E-816E-605F30D323E6}"/>
    <dgm:cxn modelId="{9458EF20-861B-4263-AAA1-353ED40041CE}" type="presParOf" srcId="{F88AD173-4C16-47F7-A266-F430B84981A3}" destId="{B81F2BB7-D762-47EF-A0E1-3BBBF1BFAEA7}" srcOrd="0" destOrd="0" presId="urn:microsoft.com/office/officeart/2018/2/layout/IconVerticalSolidList"/>
    <dgm:cxn modelId="{1802033C-55EF-4B5C-868D-36923D1EE4CC}" type="presParOf" srcId="{B81F2BB7-D762-47EF-A0E1-3BBBF1BFAEA7}" destId="{C8219C99-92AF-48DA-988A-EFDB987CEEF7}" srcOrd="0" destOrd="0" presId="urn:microsoft.com/office/officeart/2018/2/layout/IconVerticalSolidList"/>
    <dgm:cxn modelId="{7668CF87-215C-40AA-A09C-939319B8BC11}" type="presParOf" srcId="{B81F2BB7-D762-47EF-A0E1-3BBBF1BFAEA7}" destId="{5D4F7C83-64C8-42F1-B21D-A56505FF9C65}" srcOrd="1" destOrd="0" presId="urn:microsoft.com/office/officeart/2018/2/layout/IconVerticalSolidList"/>
    <dgm:cxn modelId="{1DD5740F-41F4-405C-ADFE-7A8D5178CD88}" type="presParOf" srcId="{B81F2BB7-D762-47EF-A0E1-3BBBF1BFAEA7}" destId="{959EC73D-77B6-4CE2-BE45-BB85FA026E08}" srcOrd="2" destOrd="0" presId="urn:microsoft.com/office/officeart/2018/2/layout/IconVerticalSolidList"/>
    <dgm:cxn modelId="{9793A473-F6AC-4CBB-8EA6-746ADA6B1BD0}" type="presParOf" srcId="{B81F2BB7-D762-47EF-A0E1-3BBBF1BFAEA7}" destId="{06C3DC0E-E5A0-4D87-9EDD-ADB6E50A81CE}" srcOrd="3" destOrd="0" presId="urn:microsoft.com/office/officeart/2018/2/layout/IconVerticalSolidList"/>
    <dgm:cxn modelId="{587B3217-C2B1-4C7F-9444-C5F9DFF99D04}" type="presParOf" srcId="{F88AD173-4C16-47F7-A266-F430B84981A3}" destId="{2847F0E7-9354-40CC-9362-B7BE46C50B59}" srcOrd="1" destOrd="0" presId="urn:microsoft.com/office/officeart/2018/2/layout/IconVerticalSolidList"/>
    <dgm:cxn modelId="{07BA2701-018D-413A-A2A5-A6C6AF2F04BA}" type="presParOf" srcId="{F88AD173-4C16-47F7-A266-F430B84981A3}" destId="{51B19641-FEFF-4ABF-B23B-8C54CCEBFA13}" srcOrd="2" destOrd="0" presId="urn:microsoft.com/office/officeart/2018/2/layout/IconVerticalSolidList"/>
    <dgm:cxn modelId="{C0D553DA-8C3A-4E60-B6AE-DB1D7D75F96A}" type="presParOf" srcId="{51B19641-FEFF-4ABF-B23B-8C54CCEBFA13}" destId="{C0F06925-3295-4F32-A919-B7E594D65823}" srcOrd="0" destOrd="0" presId="urn:microsoft.com/office/officeart/2018/2/layout/IconVerticalSolidList"/>
    <dgm:cxn modelId="{E1DD5DCB-73B5-4D01-A4BE-3F9C54ED4C3D}" type="presParOf" srcId="{51B19641-FEFF-4ABF-B23B-8C54CCEBFA13}" destId="{96C8EE8B-B8DF-4706-86D7-EFF034E42AF2}" srcOrd="1" destOrd="0" presId="urn:microsoft.com/office/officeart/2018/2/layout/IconVerticalSolidList"/>
    <dgm:cxn modelId="{FFD9E0D5-68BB-4A10-98A0-33C5109FC8AD}" type="presParOf" srcId="{51B19641-FEFF-4ABF-B23B-8C54CCEBFA13}" destId="{3ED4AC18-9F07-454D-B0D6-FC9C5E97FCF1}" srcOrd="2" destOrd="0" presId="urn:microsoft.com/office/officeart/2018/2/layout/IconVerticalSolidList"/>
    <dgm:cxn modelId="{DE60EEE2-34EF-4627-A7A3-000D9BBBC159}" type="presParOf" srcId="{51B19641-FEFF-4ABF-B23B-8C54CCEBFA13}" destId="{377964AD-81D9-4806-8EA3-FDC525AFB083}" srcOrd="3" destOrd="0" presId="urn:microsoft.com/office/officeart/2018/2/layout/IconVerticalSolidList"/>
    <dgm:cxn modelId="{5007D3D9-3E01-436C-B04A-17E55A567FC5}" type="presParOf" srcId="{F88AD173-4C16-47F7-A266-F430B84981A3}" destId="{B5D5EB79-968B-47C9-9CC1-BA6C91584AAB}" srcOrd="3" destOrd="0" presId="urn:microsoft.com/office/officeart/2018/2/layout/IconVerticalSolidList"/>
    <dgm:cxn modelId="{5F1DA3A3-C229-416E-8A93-8427B48FDFE2}" type="presParOf" srcId="{F88AD173-4C16-47F7-A266-F430B84981A3}" destId="{DA8B68A9-6094-48B5-89A7-84CCBD01748B}" srcOrd="4" destOrd="0" presId="urn:microsoft.com/office/officeart/2018/2/layout/IconVerticalSolidList"/>
    <dgm:cxn modelId="{6E4D6680-C89C-491A-95D2-8E263EF7599A}" type="presParOf" srcId="{DA8B68A9-6094-48B5-89A7-84CCBD01748B}" destId="{A70A65DD-CAF1-42A9-8BC0-EA3EAFD74F9A}" srcOrd="0" destOrd="0" presId="urn:microsoft.com/office/officeart/2018/2/layout/IconVerticalSolidList"/>
    <dgm:cxn modelId="{FAF3EF29-DDDC-4492-8ADA-7F60666DFC74}" type="presParOf" srcId="{DA8B68A9-6094-48B5-89A7-84CCBD01748B}" destId="{55B473A1-90EB-4D7F-AFE4-74F976D1EACA}" srcOrd="1" destOrd="0" presId="urn:microsoft.com/office/officeart/2018/2/layout/IconVerticalSolidList"/>
    <dgm:cxn modelId="{A1FFB7B2-B1E5-476E-B2B2-1FE9ED1A4C38}" type="presParOf" srcId="{DA8B68A9-6094-48B5-89A7-84CCBD01748B}" destId="{15C4750D-DB68-427E-BF9D-1720D7E17D96}" srcOrd="2" destOrd="0" presId="urn:microsoft.com/office/officeart/2018/2/layout/IconVerticalSolidList"/>
    <dgm:cxn modelId="{C2D48B8F-B0C1-40BF-A425-C06A17CEB100}" type="presParOf" srcId="{DA8B68A9-6094-48B5-89A7-84CCBD01748B}" destId="{A147FAAF-F8FE-4E3D-A416-F0C871DAA617}" srcOrd="3" destOrd="0" presId="urn:microsoft.com/office/officeart/2018/2/layout/IconVerticalSolidList"/>
    <dgm:cxn modelId="{0E4DAF47-9A15-4CC8-A3DE-D82B934C438B}" type="presParOf" srcId="{F88AD173-4C16-47F7-A266-F430B84981A3}" destId="{3F8B96EB-8A67-4A42-8EFC-33D820A19E59}" srcOrd="5" destOrd="0" presId="urn:microsoft.com/office/officeart/2018/2/layout/IconVerticalSolidList"/>
    <dgm:cxn modelId="{243E5D41-F66F-45FC-88B7-5018BB0F7139}" type="presParOf" srcId="{F88AD173-4C16-47F7-A266-F430B84981A3}" destId="{2554D2E9-2906-41FF-86CD-0A0AA8781849}" srcOrd="6" destOrd="0" presId="urn:microsoft.com/office/officeart/2018/2/layout/IconVerticalSolidList"/>
    <dgm:cxn modelId="{8CE50AD2-DB87-4A04-83C6-240085E26AB8}" type="presParOf" srcId="{2554D2E9-2906-41FF-86CD-0A0AA8781849}" destId="{28A38DEB-B480-46DB-AF02-CC9FCA704A95}" srcOrd="0" destOrd="0" presId="urn:microsoft.com/office/officeart/2018/2/layout/IconVerticalSolidList"/>
    <dgm:cxn modelId="{0DCA950D-7C84-48AF-BE42-1D8ABE418F80}" type="presParOf" srcId="{2554D2E9-2906-41FF-86CD-0A0AA8781849}" destId="{187ABE76-C824-4690-A9A6-0AA84B7C29A8}" srcOrd="1" destOrd="0" presId="urn:microsoft.com/office/officeart/2018/2/layout/IconVerticalSolidList"/>
    <dgm:cxn modelId="{A674E22A-42BA-4497-A111-A413FE3A4A4D}" type="presParOf" srcId="{2554D2E9-2906-41FF-86CD-0A0AA8781849}" destId="{EF0B167D-EE2B-481E-8C95-F29B56E2E72C}" srcOrd="2" destOrd="0" presId="urn:microsoft.com/office/officeart/2018/2/layout/IconVerticalSolidList"/>
    <dgm:cxn modelId="{F219BA3A-BB9E-4D84-B38C-A9961BBD5402}" type="presParOf" srcId="{2554D2E9-2906-41FF-86CD-0A0AA8781849}" destId="{40D392B2-365F-4B19-AF6D-9262C52D5E24}" srcOrd="3" destOrd="0" presId="urn:microsoft.com/office/officeart/2018/2/layout/IconVerticalSolidList"/>
    <dgm:cxn modelId="{DE743F50-5FDB-45D7-BEA1-1A51E0EF1251}" type="presParOf" srcId="{F88AD173-4C16-47F7-A266-F430B84981A3}" destId="{413B679B-3065-42F4-9951-63B26C5E8C87}" srcOrd="7" destOrd="0" presId="urn:microsoft.com/office/officeart/2018/2/layout/IconVerticalSolidList"/>
    <dgm:cxn modelId="{2395ED48-952E-4AEE-A5CE-01958AB19517}" type="presParOf" srcId="{F88AD173-4C16-47F7-A266-F430B84981A3}" destId="{0B62C714-CA2E-42F0-BE0A-26DB0CDC935E}" srcOrd="8" destOrd="0" presId="urn:microsoft.com/office/officeart/2018/2/layout/IconVerticalSolidList"/>
    <dgm:cxn modelId="{8893AB49-9D10-4A10-9F72-FEC97B9791CC}" type="presParOf" srcId="{0B62C714-CA2E-42F0-BE0A-26DB0CDC935E}" destId="{6556B46B-34EC-4A2E-B6CF-28685DE0CBB2}" srcOrd="0" destOrd="0" presId="urn:microsoft.com/office/officeart/2018/2/layout/IconVerticalSolidList"/>
    <dgm:cxn modelId="{95E9DB40-837C-4C4F-8DE2-38040C14B4AB}" type="presParOf" srcId="{0B62C714-CA2E-42F0-BE0A-26DB0CDC935E}" destId="{AAE15D4F-9DEC-4655-BC80-23C9EFD4CFE5}" srcOrd="1" destOrd="0" presId="urn:microsoft.com/office/officeart/2018/2/layout/IconVerticalSolidList"/>
    <dgm:cxn modelId="{26EF3A5E-B7F3-4167-9559-F065BA788CAA}" type="presParOf" srcId="{0B62C714-CA2E-42F0-BE0A-26DB0CDC935E}" destId="{18F68A27-3BEA-4BA6-BC3F-3369A0BF1DD7}" srcOrd="2" destOrd="0" presId="urn:microsoft.com/office/officeart/2018/2/layout/IconVerticalSolidList"/>
    <dgm:cxn modelId="{EA40D41D-D4FF-49EB-9991-121789E121BF}" type="presParOf" srcId="{0B62C714-CA2E-42F0-BE0A-26DB0CDC935E}" destId="{AC472F4B-EC09-4FF5-93DB-86BF2992B543}" srcOrd="3" destOrd="0" presId="urn:microsoft.com/office/officeart/2018/2/layout/IconVerticalSolidList"/>
    <dgm:cxn modelId="{71A94BB9-09F7-4A28-9B96-923E3D46DEB1}" type="presParOf" srcId="{F88AD173-4C16-47F7-A266-F430B84981A3}" destId="{C05B6A64-755F-4AD4-8A02-032BE44115F7}" srcOrd="9" destOrd="0" presId="urn:microsoft.com/office/officeart/2018/2/layout/IconVerticalSolidList"/>
    <dgm:cxn modelId="{4125476E-021C-4400-A61D-21AF43EA82B5}" type="presParOf" srcId="{F88AD173-4C16-47F7-A266-F430B84981A3}" destId="{0309AEDF-8E2A-4707-AE24-87DA1CD248AB}" srcOrd="10" destOrd="0" presId="urn:microsoft.com/office/officeart/2018/2/layout/IconVerticalSolidList"/>
    <dgm:cxn modelId="{A28BE9CB-AE85-4D5F-84ED-93BD6B27A513}" type="presParOf" srcId="{0309AEDF-8E2A-4707-AE24-87DA1CD248AB}" destId="{25C6670A-E686-4821-993C-9305AC39DDE4}" srcOrd="0" destOrd="0" presId="urn:microsoft.com/office/officeart/2018/2/layout/IconVerticalSolidList"/>
    <dgm:cxn modelId="{8AD7D823-96B5-43D5-82BE-616899276B85}" type="presParOf" srcId="{0309AEDF-8E2A-4707-AE24-87DA1CD248AB}" destId="{5C7DB363-5757-4367-9438-5D767C7A4AE4}" srcOrd="1" destOrd="0" presId="urn:microsoft.com/office/officeart/2018/2/layout/IconVerticalSolidList"/>
    <dgm:cxn modelId="{7E3444BE-33C9-4C4F-82BD-C7D31073156A}" type="presParOf" srcId="{0309AEDF-8E2A-4707-AE24-87DA1CD248AB}" destId="{C702B599-C357-4BF5-8466-095882B70C44}" srcOrd="2" destOrd="0" presId="urn:microsoft.com/office/officeart/2018/2/layout/IconVerticalSolidList"/>
    <dgm:cxn modelId="{6F9DA8D7-AF48-434A-8605-0F75272A8001}" type="presParOf" srcId="{0309AEDF-8E2A-4707-AE24-87DA1CD248AB}" destId="{90698F81-41F1-4F95-ADAC-C3374C3561F5}" srcOrd="3" destOrd="0" presId="urn:microsoft.com/office/officeart/2018/2/layout/IconVerticalSolidList"/>
    <dgm:cxn modelId="{180F33B4-F7D7-4560-9FEC-0A48D60B7105}" type="presParOf" srcId="{F88AD173-4C16-47F7-A266-F430B84981A3}" destId="{AB3DC92E-6E8B-46FF-9F69-AE66DD54D89B}" srcOrd="11" destOrd="0" presId="urn:microsoft.com/office/officeart/2018/2/layout/IconVerticalSolidList"/>
    <dgm:cxn modelId="{3347692C-D54C-4F14-AB1E-89636B259570}" type="presParOf" srcId="{F88AD173-4C16-47F7-A266-F430B84981A3}" destId="{4D86EA9D-23F3-47D1-AC68-190E85A2287D}" srcOrd="12" destOrd="0" presId="urn:microsoft.com/office/officeart/2018/2/layout/IconVerticalSolidList"/>
    <dgm:cxn modelId="{1DE7BFE4-59A3-4011-8E46-B6865638B828}" type="presParOf" srcId="{4D86EA9D-23F3-47D1-AC68-190E85A2287D}" destId="{1E464E6D-0F65-4363-9EDA-EE3E404A4935}" srcOrd="0" destOrd="0" presId="urn:microsoft.com/office/officeart/2018/2/layout/IconVerticalSolidList"/>
    <dgm:cxn modelId="{501ABE8C-8D94-4EFF-9E89-A326790B0FC8}" type="presParOf" srcId="{4D86EA9D-23F3-47D1-AC68-190E85A2287D}" destId="{3A93A267-DC05-40C0-B91E-C4E03C09ED51}" srcOrd="1" destOrd="0" presId="urn:microsoft.com/office/officeart/2018/2/layout/IconVerticalSolidList"/>
    <dgm:cxn modelId="{C5834127-0120-4536-9AFF-6E6FA0781C45}" type="presParOf" srcId="{4D86EA9D-23F3-47D1-AC68-190E85A2287D}" destId="{202615E0-7C2F-437A-8B50-BD800CFBDB52}" srcOrd="2" destOrd="0" presId="urn:microsoft.com/office/officeart/2018/2/layout/IconVerticalSolidList"/>
    <dgm:cxn modelId="{93830307-01A8-406F-84BA-CCA67D97324C}" type="presParOf" srcId="{4D86EA9D-23F3-47D1-AC68-190E85A2287D}" destId="{FD706070-8FC8-4191-8AB7-7F786C14D948}" srcOrd="3" destOrd="0" presId="urn:microsoft.com/office/officeart/2018/2/layout/IconVerticalSolidList"/>
    <dgm:cxn modelId="{BE063A55-9892-47C8-8883-F4DF89E3CE37}" type="presParOf" srcId="{F88AD173-4C16-47F7-A266-F430B84981A3}" destId="{A0000C23-13DD-4ABF-92F8-5C888FE04BDF}" srcOrd="13" destOrd="0" presId="urn:microsoft.com/office/officeart/2018/2/layout/IconVerticalSolidList"/>
    <dgm:cxn modelId="{16299FEC-0B85-4952-A3F4-56CCFBCE82BE}" type="presParOf" srcId="{F88AD173-4C16-47F7-A266-F430B84981A3}" destId="{CB9AAD8D-203E-4BD9-A851-C0B8592AA487}" srcOrd="14" destOrd="0" presId="urn:microsoft.com/office/officeart/2018/2/layout/IconVerticalSolidList"/>
    <dgm:cxn modelId="{5B1CF285-E9DC-4DDA-9678-A382220F4843}" type="presParOf" srcId="{CB9AAD8D-203E-4BD9-A851-C0B8592AA487}" destId="{DAB60B44-2CF6-44F3-8CF8-587DFA5B24CB}" srcOrd="0" destOrd="0" presId="urn:microsoft.com/office/officeart/2018/2/layout/IconVerticalSolidList"/>
    <dgm:cxn modelId="{9670C6C4-9681-4A24-BB1F-9C46D9C0D12E}" type="presParOf" srcId="{CB9AAD8D-203E-4BD9-A851-C0B8592AA487}" destId="{D15892C3-9DB0-492D-9E2A-A25A88A374C2}" srcOrd="1" destOrd="0" presId="urn:microsoft.com/office/officeart/2018/2/layout/IconVerticalSolidList"/>
    <dgm:cxn modelId="{BC3B8AD4-4960-496D-B96E-C12594C9C67F}" type="presParOf" srcId="{CB9AAD8D-203E-4BD9-A851-C0B8592AA487}" destId="{024F1C3B-56BE-4C54-A483-3758750B459B}" srcOrd="2" destOrd="0" presId="urn:microsoft.com/office/officeart/2018/2/layout/IconVerticalSolidList"/>
    <dgm:cxn modelId="{97591DC0-7F3E-4BEF-B611-089D0BA8F585}" type="presParOf" srcId="{CB9AAD8D-203E-4BD9-A851-C0B8592AA487}" destId="{08430C9B-7710-47E5-A057-C0F8602998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1B1B73-78FA-429E-B0CA-A659C167D8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01CB625-F30B-4222-83B5-BAF1FAA85271}">
      <dgm:prSet/>
      <dgm:spPr/>
      <dgm:t>
        <a:bodyPr/>
        <a:lstStyle/>
        <a:p>
          <a:r>
            <a:rPr lang="en-US"/>
            <a:t>• Inserts en proveedor, insumos y modelos.</a:t>
          </a:r>
        </a:p>
      </dgm:t>
    </dgm:pt>
    <dgm:pt modelId="{894D7EAB-4F3C-40B3-A63B-53A602112534}" type="parTrans" cxnId="{6DEB32CE-09F3-44F9-AF9A-D1F00D43A4E7}">
      <dgm:prSet/>
      <dgm:spPr/>
      <dgm:t>
        <a:bodyPr/>
        <a:lstStyle/>
        <a:p>
          <a:endParaRPr lang="en-US"/>
        </a:p>
      </dgm:t>
    </dgm:pt>
    <dgm:pt modelId="{C52046F2-62B5-4A3C-8556-6BCD1B32E767}" type="sibTrans" cxnId="{6DEB32CE-09F3-44F9-AF9A-D1F00D43A4E7}">
      <dgm:prSet/>
      <dgm:spPr/>
      <dgm:t>
        <a:bodyPr/>
        <a:lstStyle/>
        <a:p>
          <a:endParaRPr lang="en-US"/>
        </a:p>
      </dgm:t>
    </dgm:pt>
    <dgm:pt modelId="{249FA4A4-503D-4E40-B4FA-D2DEF59CFF1F}">
      <dgm:prSet/>
      <dgm:spPr/>
      <dgm:t>
        <a:bodyPr/>
        <a:lstStyle/>
        <a:p>
          <a:r>
            <a:rPr lang="en-US"/>
            <a:t>• Ejemplo:</a:t>
          </a:r>
        </a:p>
      </dgm:t>
    </dgm:pt>
    <dgm:pt modelId="{44EDABBC-8ACE-4286-A6F3-5B5504466B4F}" type="parTrans" cxnId="{DD7B1471-91EC-43C3-8303-B0A28B631D44}">
      <dgm:prSet/>
      <dgm:spPr/>
      <dgm:t>
        <a:bodyPr/>
        <a:lstStyle/>
        <a:p>
          <a:endParaRPr lang="en-US"/>
        </a:p>
      </dgm:t>
    </dgm:pt>
    <dgm:pt modelId="{B34A2341-E25C-4BDD-84B3-3E25C86081B2}" type="sibTrans" cxnId="{DD7B1471-91EC-43C3-8303-B0A28B631D44}">
      <dgm:prSet/>
      <dgm:spPr/>
      <dgm:t>
        <a:bodyPr/>
        <a:lstStyle/>
        <a:p>
          <a:endParaRPr lang="en-US"/>
        </a:p>
      </dgm:t>
    </dgm:pt>
    <dgm:pt modelId="{062DEE01-62F3-4CD2-B934-01418515C5E7}">
      <dgm:prSet/>
      <dgm:spPr/>
      <dgm:t>
        <a:bodyPr/>
        <a:lstStyle/>
        <a:p>
          <a:r>
            <a:rPr lang="en-US"/>
            <a:t>INSERT INTO proveedor (...)</a:t>
          </a:r>
        </a:p>
      </dgm:t>
    </dgm:pt>
    <dgm:pt modelId="{FA016357-336C-4A8D-B0D8-0F00DA39A033}" type="parTrans" cxnId="{B35ABECF-B6A7-425A-8F27-86D7556DC1E8}">
      <dgm:prSet/>
      <dgm:spPr/>
      <dgm:t>
        <a:bodyPr/>
        <a:lstStyle/>
        <a:p>
          <a:endParaRPr lang="en-US"/>
        </a:p>
      </dgm:t>
    </dgm:pt>
    <dgm:pt modelId="{7F03A7A1-E244-4935-9027-E2A1AEB52E2C}" type="sibTrans" cxnId="{B35ABECF-B6A7-425A-8F27-86D7556DC1E8}">
      <dgm:prSet/>
      <dgm:spPr/>
      <dgm:t>
        <a:bodyPr/>
        <a:lstStyle/>
        <a:p>
          <a:endParaRPr lang="en-US"/>
        </a:p>
      </dgm:t>
    </dgm:pt>
    <dgm:pt modelId="{48AEE3F4-7992-4A41-9D18-157920222E54}">
      <dgm:prSet/>
      <dgm:spPr/>
      <dgm:t>
        <a:bodyPr/>
        <a:lstStyle/>
        <a:p>
          <a:r>
            <a:rPr lang="en-US"/>
            <a:t>• Operaciones DELETE y UPDATE con condiciones.</a:t>
          </a:r>
        </a:p>
      </dgm:t>
    </dgm:pt>
    <dgm:pt modelId="{13C99521-52C2-41EB-BF58-C25F89B5B631}" type="parTrans" cxnId="{6E67C1CE-4E67-4BA7-BCC6-3F94D87368B8}">
      <dgm:prSet/>
      <dgm:spPr/>
      <dgm:t>
        <a:bodyPr/>
        <a:lstStyle/>
        <a:p>
          <a:endParaRPr lang="en-US"/>
        </a:p>
      </dgm:t>
    </dgm:pt>
    <dgm:pt modelId="{0A17A60E-70A2-4510-AEAE-2AD91D9CB62F}" type="sibTrans" cxnId="{6E67C1CE-4E67-4BA7-BCC6-3F94D87368B8}">
      <dgm:prSet/>
      <dgm:spPr/>
      <dgm:t>
        <a:bodyPr/>
        <a:lstStyle/>
        <a:p>
          <a:endParaRPr lang="en-US"/>
        </a:p>
      </dgm:t>
    </dgm:pt>
    <dgm:pt modelId="{37D7AEBC-5F92-4B26-9D83-2DD339ACD7D9}">
      <dgm:prSet/>
      <dgm:spPr/>
      <dgm:t>
        <a:bodyPr/>
        <a:lstStyle/>
        <a:p>
          <a:r>
            <a:rPr lang="en-US"/>
            <a:t>• Ejemplo:</a:t>
          </a:r>
        </a:p>
      </dgm:t>
    </dgm:pt>
    <dgm:pt modelId="{4BCE4208-B321-43A4-AD5F-790E5AEC0377}" type="parTrans" cxnId="{8A668C16-F3EA-4947-8243-C8F7B9FF2A86}">
      <dgm:prSet/>
      <dgm:spPr/>
      <dgm:t>
        <a:bodyPr/>
        <a:lstStyle/>
        <a:p>
          <a:endParaRPr lang="en-US"/>
        </a:p>
      </dgm:t>
    </dgm:pt>
    <dgm:pt modelId="{739A3186-F956-469E-8DE4-759D80E70CAC}" type="sibTrans" cxnId="{8A668C16-F3EA-4947-8243-C8F7B9FF2A86}">
      <dgm:prSet/>
      <dgm:spPr/>
      <dgm:t>
        <a:bodyPr/>
        <a:lstStyle/>
        <a:p>
          <a:endParaRPr lang="en-US"/>
        </a:p>
      </dgm:t>
    </dgm:pt>
    <dgm:pt modelId="{A0391025-EA29-4199-89D4-4A970A8A215B}">
      <dgm:prSet/>
      <dgm:spPr/>
      <dgm:t>
        <a:bodyPr/>
        <a:lstStyle/>
        <a:p>
          <a:r>
            <a:rPr lang="en-US"/>
            <a:t>DELETE FROM proveedor WHERE nombre='Autopartes Delta'</a:t>
          </a:r>
        </a:p>
      </dgm:t>
    </dgm:pt>
    <dgm:pt modelId="{4A379DB1-05F3-4B55-8169-74DF92A2A3D4}" type="parTrans" cxnId="{5B8914C1-1C88-4833-8269-28572B4D1EB2}">
      <dgm:prSet/>
      <dgm:spPr/>
      <dgm:t>
        <a:bodyPr/>
        <a:lstStyle/>
        <a:p>
          <a:endParaRPr lang="en-US"/>
        </a:p>
      </dgm:t>
    </dgm:pt>
    <dgm:pt modelId="{54C236F2-C552-4180-BF2A-8B564BE9851B}" type="sibTrans" cxnId="{5B8914C1-1C88-4833-8269-28572B4D1EB2}">
      <dgm:prSet/>
      <dgm:spPr/>
      <dgm:t>
        <a:bodyPr/>
        <a:lstStyle/>
        <a:p>
          <a:endParaRPr lang="en-US"/>
        </a:p>
      </dgm:t>
    </dgm:pt>
    <dgm:pt modelId="{C4E077EE-1E34-4230-95B9-6C5E5030AE75}" type="pres">
      <dgm:prSet presAssocID="{461B1B73-78FA-429E-B0CA-A659C167D8A7}" presName="root" presStyleCnt="0">
        <dgm:presLayoutVars>
          <dgm:dir/>
          <dgm:resizeHandles val="exact"/>
        </dgm:presLayoutVars>
      </dgm:prSet>
      <dgm:spPr/>
    </dgm:pt>
    <dgm:pt modelId="{87C95B05-7092-49BB-9C76-A70956287170}" type="pres">
      <dgm:prSet presAssocID="{301CB625-F30B-4222-83B5-BAF1FAA85271}" presName="compNode" presStyleCnt="0"/>
      <dgm:spPr/>
    </dgm:pt>
    <dgm:pt modelId="{3CED545F-2CD6-432D-A12D-4CA16DC3DB12}" type="pres">
      <dgm:prSet presAssocID="{301CB625-F30B-4222-83B5-BAF1FAA8527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13C902A1-764F-442E-A04A-5E1CCBFC3C2B}" type="pres">
      <dgm:prSet presAssocID="{301CB625-F30B-4222-83B5-BAF1FAA85271}" presName="spaceRect" presStyleCnt="0"/>
      <dgm:spPr/>
    </dgm:pt>
    <dgm:pt modelId="{8E1BD162-5F8E-4B2F-B049-575DD589062A}" type="pres">
      <dgm:prSet presAssocID="{301CB625-F30B-4222-83B5-BAF1FAA85271}" presName="textRect" presStyleLbl="revTx" presStyleIdx="0" presStyleCnt="6">
        <dgm:presLayoutVars>
          <dgm:chMax val="1"/>
          <dgm:chPref val="1"/>
        </dgm:presLayoutVars>
      </dgm:prSet>
      <dgm:spPr/>
    </dgm:pt>
    <dgm:pt modelId="{ADEAFBE8-E7EF-443F-817B-370DF7856272}" type="pres">
      <dgm:prSet presAssocID="{C52046F2-62B5-4A3C-8556-6BCD1B32E767}" presName="sibTrans" presStyleCnt="0"/>
      <dgm:spPr/>
    </dgm:pt>
    <dgm:pt modelId="{F0E8362D-9E34-4DDF-BC4A-AA6BC35520A6}" type="pres">
      <dgm:prSet presAssocID="{249FA4A4-503D-4E40-B4FA-D2DEF59CFF1F}" presName="compNode" presStyleCnt="0"/>
      <dgm:spPr/>
    </dgm:pt>
    <dgm:pt modelId="{8C4D9FEC-1758-43F5-8DE0-184166B9586D}" type="pres">
      <dgm:prSet presAssocID="{249FA4A4-503D-4E40-B4FA-D2DEF59CFF1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D9CA59A-77BE-4C28-A911-F175C03714F5}" type="pres">
      <dgm:prSet presAssocID="{249FA4A4-503D-4E40-B4FA-D2DEF59CFF1F}" presName="spaceRect" presStyleCnt="0"/>
      <dgm:spPr/>
    </dgm:pt>
    <dgm:pt modelId="{452AF6A4-5F8D-436A-BD42-0A3BC70EB865}" type="pres">
      <dgm:prSet presAssocID="{249FA4A4-503D-4E40-B4FA-D2DEF59CFF1F}" presName="textRect" presStyleLbl="revTx" presStyleIdx="1" presStyleCnt="6">
        <dgm:presLayoutVars>
          <dgm:chMax val="1"/>
          <dgm:chPref val="1"/>
        </dgm:presLayoutVars>
      </dgm:prSet>
      <dgm:spPr/>
    </dgm:pt>
    <dgm:pt modelId="{BFCCB429-2D57-4104-AE38-6DDAA9C5B9AB}" type="pres">
      <dgm:prSet presAssocID="{B34A2341-E25C-4BDD-84B3-3E25C86081B2}" presName="sibTrans" presStyleCnt="0"/>
      <dgm:spPr/>
    </dgm:pt>
    <dgm:pt modelId="{349C356A-39C5-49EB-BF99-20D25BDE07A2}" type="pres">
      <dgm:prSet presAssocID="{062DEE01-62F3-4CD2-B934-01418515C5E7}" presName="compNode" presStyleCnt="0"/>
      <dgm:spPr/>
    </dgm:pt>
    <dgm:pt modelId="{962543F2-0727-45F6-9110-F077029A1364}" type="pres">
      <dgm:prSet presAssocID="{062DEE01-62F3-4CD2-B934-01418515C5E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ión"/>
        </a:ext>
      </dgm:extLst>
    </dgm:pt>
    <dgm:pt modelId="{35D4F864-D9FD-46A2-9BDA-82ECD9FA2557}" type="pres">
      <dgm:prSet presAssocID="{062DEE01-62F3-4CD2-B934-01418515C5E7}" presName="spaceRect" presStyleCnt="0"/>
      <dgm:spPr/>
    </dgm:pt>
    <dgm:pt modelId="{E1AB1987-B76B-47C6-A58F-41DACBC6F756}" type="pres">
      <dgm:prSet presAssocID="{062DEE01-62F3-4CD2-B934-01418515C5E7}" presName="textRect" presStyleLbl="revTx" presStyleIdx="2" presStyleCnt="6">
        <dgm:presLayoutVars>
          <dgm:chMax val="1"/>
          <dgm:chPref val="1"/>
        </dgm:presLayoutVars>
      </dgm:prSet>
      <dgm:spPr/>
    </dgm:pt>
    <dgm:pt modelId="{20780EBE-E516-478C-960F-23F89559A3B7}" type="pres">
      <dgm:prSet presAssocID="{7F03A7A1-E244-4935-9027-E2A1AEB52E2C}" presName="sibTrans" presStyleCnt="0"/>
      <dgm:spPr/>
    </dgm:pt>
    <dgm:pt modelId="{23C423B3-9DD8-4B43-80E1-857FBD6C132D}" type="pres">
      <dgm:prSet presAssocID="{48AEE3F4-7992-4A41-9D18-157920222E54}" presName="compNode" presStyleCnt="0"/>
      <dgm:spPr/>
    </dgm:pt>
    <dgm:pt modelId="{DDE83227-1DE8-4624-97D6-4DA5598DAFA8}" type="pres">
      <dgm:prSet presAssocID="{48AEE3F4-7992-4A41-9D18-157920222E5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949D7C5E-1199-4E20-A53B-111A2C654422}" type="pres">
      <dgm:prSet presAssocID="{48AEE3F4-7992-4A41-9D18-157920222E54}" presName="spaceRect" presStyleCnt="0"/>
      <dgm:spPr/>
    </dgm:pt>
    <dgm:pt modelId="{CB27CCDE-2E29-4BB5-BCA8-B99AFEECC037}" type="pres">
      <dgm:prSet presAssocID="{48AEE3F4-7992-4A41-9D18-157920222E54}" presName="textRect" presStyleLbl="revTx" presStyleIdx="3" presStyleCnt="6">
        <dgm:presLayoutVars>
          <dgm:chMax val="1"/>
          <dgm:chPref val="1"/>
        </dgm:presLayoutVars>
      </dgm:prSet>
      <dgm:spPr/>
    </dgm:pt>
    <dgm:pt modelId="{461754C6-61D3-4A68-BF35-51E3890B69C3}" type="pres">
      <dgm:prSet presAssocID="{0A17A60E-70A2-4510-AEAE-2AD91D9CB62F}" presName="sibTrans" presStyleCnt="0"/>
      <dgm:spPr/>
    </dgm:pt>
    <dgm:pt modelId="{EED6A33E-1D29-45A4-B894-D219D8CF32E7}" type="pres">
      <dgm:prSet presAssocID="{37D7AEBC-5F92-4B26-9D83-2DD339ACD7D9}" presName="compNode" presStyleCnt="0"/>
      <dgm:spPr/>
    </dgm:pt>
    <dgm:pt modelId="{651C5A0F-D332-4E3E-8EA6-E0A89544F98A}" type="pres">
      <dgm:prSet presAssocID="{37D7AEBC-5F92-4B26-9D83-2DD339ACD7D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l"/>
        </a:ext>
      </dgm:extLst>
    </dgm:pt>
    <dgm:pt modelId="{FB774DDC-C7BE-457F-B8CD-D217F270B3A8}" type="pres">
      <dgm:prSet presAssocID="{37D7AEBC-5F92-4B26-9D83-2DD339ACD7D9}" presName="spaceRect" presStyleCnt="0"/>
      <dgm:spPr/>
    </dgm:pt>
    <dgm:pt modelId="{6ECDD80C-E78E-43F3-846E-9E1449062E35}" type="pres">
      <dgm:prSet presAssocID="{37D7AEBC-5F92-4B26-9D83-2DD339ACD7D9}" presName="textRect" presStyleLbl="revTx" presStyleIdx="4" presStyleCnt="6">
        <dgm:presLayoutVars>
          <dgm:chMax val="1"/>
          <dgm:chPref val="1"/>
        </dgm:presLayoutVars>
      </dgm:prSet>
      <dgm:spPr/>
    </dgm:pt>
    <dgm:pt modelId="{D27827F0-12A8-4D74-9F1C-E856EC046B88}" type="pres">
      <dgm:prSet presAssocID="{739A3186-F956-469E-8DE4-759D80E70CAC}" presName="sibTrans" presStyleCnt="0"/>
      <dgm:spPr/>
    </dgm:pt>
    <dgm:pt modelId="{2DD3373F-2F4A-4E3A-8DB8-73DA1FD68453}" type="pres">
      <dgm:prSet presAssocID="{A0391025-EA29-4199-89D4-4A970A8A215B}" presName="compNode" presStyleCnt="0"/>
      <dgm:spPr/>
    </dgm:pt>
    <dgm:pt modelId="{2EF5AECB-C829-4B03-908B-CAE0B70AB73B}" type="pres">
      <dgm:prSet presAssocID="{A0391025-EA29-4199-89D4-4A970A8A215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ura"/>
        </a:ext>
      </dgm:extLst>
    </dgm:pt>
    <dgm:pt modelId="{6E24A956-3F4C-4EBF-B0F4-F1B3C3B0AD14}" type="pres">
      <dgm:prSet presAssocID="{A0391025-EA29-4199-89D4-4A970A8A215B}" presName="spaceRect" presStyleCnt="0"/>
      <dgm:spPr/>
    </dgm:pt>
    <dgm:pt modelId="{C20073A1-0569-459E-B616-8DCFFAFDD7F3}" type="pres">
      <dgm:prSet presAssocID="{A0391025-EA29-4199-89D4-4A970A8A215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A668C16-F3EA-4947-8243-C8F7B9FF2A86}" srcId="{461B1B73-78FA-429E-B0CA-A659C167D8A7}" destId="{37D7AEBC-5F92-4B26-9D83-2DD339ACD7D9}" srcOrd="4" destOrd="0" parTransId="{4BCE4208-B321-43A4-AD5F-790E5AEC0377}" sibTransId="{739A3186-F956-469E-8DE4-759D80E70CAC}"/>
    <dgm:cxn modelId="{31287D6D-7A8D-4CFA-9268-3CD961AD38B4}" type="presOf" srcId="{A0391025-EA29-4199-89D4-4A970A8A215B}" destId="{C20073A1-0569-459E-B616-8DCFFAFDD7F3}" srcOrd="0" destOrd="0" presId="urn:microsoft.com/office/officeart/2018/2/layout/IconLabelList"/>
    <dgm:cxn modelId="{DD7B1471-91EC-43C3-8303-B0A28B631D44}" srcId="{461B1B73-78FA-429E-B0CA-A659C167D8A7}" destId="{249FA4A4-503D-4E40-B4FA-D2DEF59CFF1F}" srcOrd="1" destOrd="0" parTransId="{44EDABBC-8ACE-4286-A6F3-5B5504466B4F}" sibTransId="{B34A2341-E25C-4BDD-84B3-3E25C86081B2}"/>
    <dgm:cxn modelId="{0A523179-DFB5-4840-A018-B01A104A78DE}" type="presOf" srcId="{249FA4A4-503D-4E40-B4FA-D2DEF59CFF1F}" destId="{452AF6A4-5F8D-436A-BD42-0A3BC70EB865}" srcOrd="0" destOrd="0" presId="urn:microsoft.com/office/officeart/2018/2/layout/IconLabelList"/>
    <dgm:cxn modelId="{D39B4192-0959-4F6B-9E59-1384C2398818}" type="presOf" srcId="{062DEE01-62F3-4CD2-B934-01418515C5E7}" destId="{E1AB1987-B76B-47C6-A58F-41DACBC6F756}" srcOrd="0" destOrd="0" presId="urn:microsoft.com/office/officeart/2018/2/layout/IconLabelList"/>
    <dgm:cxn modelId="{980F0BB5-ACAE-493E-AE5B-5B6E6C7012F6}" type="presOf" srcId="{48AEE3F4-7992-4A41-9D18-157920222E54}" destId="{CB27CCDE-2E29-4BB5-BCA8-B99AFEECC037}" srcOrd="0" destOrd="0" presId="urn:microsoft.com/office/officeart/2018/2/layout/IconLabelList"/>
    <dgm:cxn modelId="{5B8914C1-1C88-4833-8269-28572B4D1EB2}" srcId="{461B1B73-78FA-429E-B0CA-A659C167D8A7}" destId="{A0391025-EA29-4199-89D4-4A970A8A215B}" srcOrd="5" destOrd="0" parTransId="{4A379DB1-05F3-4B55-8169-74DF92A2A3D4}" sibTransId="{54C236F2-C552-4180-BF2A-8B564BE9851B}"/>
    <dgm:cxn modelId="{20B0B5CA-7FA6-41C3-9D14-933125D0B778}" type="presOf" srcId="{37D7AEBC-5F92-4B26-9D83-2DD339ACD7D9}" destId="{6ECDD80C-E78E-43F3-846E-9E1449062E35}" srcOrd="0" destOrd="0" presId="urn:microsoft.com/office/officeart/2018/2/layout/IconLabelList"/>
    <dgm:cxn modelId="{6DEB32CE-09F3-44F9-AF9A-D1F00D43A4E7}" srcId="{461B1B73-78FA-429E-B0CA-A659C167D8A7}" destId="{301CB625-F30B-4222-83B5-BAF1FAA85271}" srcOrd="0" destOrd="0" parTransId="{894D7EAB-4F3C-40B3-A63B-53A602112534}" sibTransId="{C52046F2-62B5-4A3C-8556-6BCD1B32E767}"/>
    <dgm:cxn modelId="{6E67C1CE-4E67-4BA7-BCC6-3F94D87368B8}" srcId="{461B1B73-78FA-429E-B0CA-A659C167D8A7}" destId="{48AEE3F4-7992-4A41-9D18-157920222E54}" srcOrd="3" destOrd="0" parTransId="{13C99521-52C2-41EB-BF58-C25F89B5B631}" sibTransId="{0A17A60E-70A2-4510-AEAE-2AD91D9CB62F}"/>
    <dgm:cxn modelId="{B35ABECF-B6A7-425A-8F27-86D7556DC1E8}" srcId="{461B1B73-78FA-429E-B0CA-A659C167D8A7}" destId="{062DEE01-62F3-4CD2-B934-01418515C5E7}" srcOrd="2" destOrd="0" parTransId="{FA016357-336C-4A8D-B0D8-0F00DA39A033}" sibTransId="{7F03A7A1-E244-4935-9027-E2A1AEB52E2C}"/>
    <dgm:cxn modelId="{FFF273F4-68D9-4BA9-AFA0-2440046AAFF0}" type="presOf" srcId="{301CB625-F30B-4222-83B5-BAF1FAA85271}" destId="{8E1BD162-5F8E-4B2F-B049-575DD589062A}" srcOrd="0" destOrd="0" presId="urn:microsoft.com/office/officeart/2018/2/layout/IconLabelList"/>
    <dgm:cxn modelId="{DF7E20FA-97C0-4291-94D6-E061E045A2BE}" type="presOf" srcId="{461B1B73-78FA-429E-B0CA-A659C167D8A7}" destId="{C4E077EE-1E34-4230-95B9-6C5E5030AE75}" srcOrd="0" destOrd="0" presId="urn:microsoft.com/office/officeart/2018/2/layout/IconLabelList"/>
    <dgm:cxn modelId="{D2E97291-A5D8-42CE-AE94-A81C80283993}" type="presParOf" srcId="{C4E077EE-1E34-4230-95B9-6C5E5030AE75}" destId="{87C95B05-7092-49BB-9C76-A70956287170}" srcOrd="0" destOrd="0" presId="urn:microsoft.com/office/officeart/2018/2/layout/IconLabelList"/>
    <dgm:cxn modelId="{36FEC5AB-2852-4765-A3C2-32A9F75EF988}" type="presParOf" srcId="{87C95B05-7092-49BB-9C76-A70956287170}" destId="{3CED545F-2CD6-432D-A12D-4CA16DC3DB12}" srcOrd="0" destOrd="0" presId="urn:microsoft.com/office/officeart/2018/2/layout/IconLabelList"/>
    <dgm:cxn modelId="{1B291D9F-4C26-4B4D-BE11-032BC9EBF522}" type="presParOf" srcId="{87C95B05-7092-49BB-9C76-A70956287170}" destId="{13C902A1-764F-442E-A04A-5E1CCBFC3C2B}" srcOrd="1" destOrd="0" presId="urn:microsoft.com/office/officeart/2018/2/layout/IconLabelList"/>
    <dgm:cxn modelId="{5F184330-752C-4FC0-8283-B28D318D3C3C}" type="presParOf" srcId="{87C95B05-7092-49BB-9C76-A70956287170}" destId="{8E1BD162-5F8E-4B2F-B049-575DD589062A}" srcOrd="2" destOrd="0" presId="urn:microsoft.com/office/officeart/2018/2/layout/IconLabelList"/>
    <dgm:cxn modelId="{0C87600E-4AD8-4FB2-A46F-52C2CFBFD8F9}" type="presParOf" srcId="{C4E077EE-1E34-4230-95B9-6C5E5030AE75}" destId="{ADEAFBE8-E7EF-443F-817B-370DF7856272}" srcOrd="1" destOrd="0" presId="urn:microsoft.com/office/officeart/2018/2/layout/IconLabelList"/>
    <dgm:cxn modelId="{49FDC9A6-D6DA-4791-9A06-BD8937058ED2}" type="presParOf" srcId="{C4E077EE-1E34-4230-95B9-6C5E5030AE75}" destId="{F0E8362D-9E34-4DDF-BC4A-AA6BC35520A6}" srcOrd="2" destOrd="0" presId="urn:microsoft.com/office/officeart/2018/2/layout/IconLabelList"/>
    <dgm:cxn modelId="{9918B3DE-2816-4C60-BAE9-D20D4D5798C5}" type="presParOf" srcId="{F0E8362D-9E34-4DDF-BC4A-AA6BC35520A6}" destId="{8C4D9FEC-1758-43F5-8DE0-184166B9586D}" srcOrd="0" destOrd="0" presId="urn:microsoft.com/office/officeart/2018/2/layout/IconLabelList"/>
    <dgm:cxn modelId="{58B09A31-F2DC-480B-88C3-24020105335A}" type="presParOf" srcId="{F0E8362D-9E34-4DDF-BC4A-AA6BC35520A6}" destId="{5D9CA59A-77BE-4C28-A911-F175C03714F5}" srcOrd="1" destOrd="0" presId="urn:microsoft.com/office/officeart/2018/2/layout/IconLabelList"/>
    <dgm:cxn modelId="{344E0C40-E087-4258-BD1C-438CE4B4A12B}" type="presParOf" srcId="{F0E8362D-9E34-4DDF-BC4A-AA6BC35520A6}" destId="{452AF6A4-5F8D-436A-BD42-0A3BC70EB865}" srcOrd="2" destOrd="0" presId="urn:microsoft.com/office/officeart/2018/2/layout/IconLabelList"/>
    <dgm:cxn modelId="{03565B4F-AC23-401A-B8B7-754C4FE52459}" type="presParOf" srcId="{C4E077EE-1E34-4230-95B9-6C5E5030AE75}" destId="{BFCCB429-2D57-4104-AE38-6DDAA9C5B9AB}" srcOrd="3" destOrd="0" presId="urn:microsoft.com/office/officeart/2018/2/layout/IconLabelList"/>
    <dgm:cxn modelId="{8401E1F7-7BC2-48F9-B100-EFB5943B8EB4}" type="presParOf" srcId="{C4E077EE-1E34-4230-95B9-6C5E5030AE75}" destId="{349C356A-39C5-49EB-BF99-20D25BDE07A2}" srcOrd="4" destOrd="0" presId="urn:microsoft.com/office/officeart/2018/2/layout/IconLabelList"/>
    <dgm:cxn modelId="{913D2A97-79AB-4C90-A58A-7E69F68F2D1D}" type="presParOf" srcId="{349C356A-39C5-49EB-BF99-20D25BDE07A2}" destId="{962543F2-0727-45F6-9110-F077029A1364}" srcOrd="0" destOrd="0" presId="urn:microsoft.com/office/officeart/2018/2/layout/IconLabelList"/>
    <dgm:cxn modelId="{5419C371-C254-40DA-BECB-1075995FFDCC}" type="presParOf" srcId="{349C356A-39C5-49EB-BF99-20D25BDE07A2}" destId="{35D4F864-D9FD-46A2-9BDA-82ECD9FA2557}" srcOrd="1" destOrd="0" presId="urn:microsoft.com/office/officeart/2018/2/layout/IconLabelList"/>
    <dgm:cxn modelId="{9E471E43-9527-4EFC-9B07-7DCC4EE4EB8F}" type="presParOf" srcId="{349C356A-39C5-49EB-BF99-20D25BDE07A2}" destId="{E1AB1987-B76B-47C6-A58F-41DACBC6F756}" srcOrd="2" destOrd="0" presId="urn:microsoft.com/office/officeart/2018/2/layout/IconLabelList"/>
    <dgm:cxn modelId="{8CA0E5C9-9F9F-4515-93A8-695C385852D4}" type="presParOf" srcId="{C4E077EE-1E34-4230-95B9-6C5E5030AE75}" destId="{20780EBE-E516-478C-960F-23F89559A3B7}" srcOrd="5" destOrd="0" presId="urn:microsoft.com/office/officeart/2018/2/layout/IconLabelList"/>
    <dgm:cxn modelId="{D8040846-16EF-40DD-9577-1D1B9183D492}" type="presParOf" srcId="{C4E077EE-1E34-4230-95B9-6C5E5030AE75}" destId="{23C423B3-9DD8-4B43-80E1-857FBD6C132D}" srcOrd="6" destOrd="0" presId="urn:microsoft.com/office/officeart/2018/2/layout/IconLabelList"/>
    <dgm:cxn modelId="{B6CC274B-633D-4952-B467-CFD0CEDD5C8D}" type="presParOf" srcId="{23C423B3-9DD8-4B43-80E1-857FBD6C132D}" destId="{DDE83227-1DE8-4624-97D6-4DA5598DAFA8}" srcOrd="0" destOrd="0" presId="urn:microsoft.com/office/officeart/2018/2/layout/IconLabelList"/>
    <dgm:cxn modelId="{CA1389D2-FEFC-4703-86B8-38FEE538753A}" type="presParOf" srcId="{23C423B3-9DD8-4B43-80E1-857FBD6C132D}" destId="{949D7C5E-1199-4E20-A53B-111A2C654422}" srcOrd="1" destOrd="0" presId="urn:microsoft.com/office/officeart/2018/2/layout/IconLabelList"/>
    <dgm:cxn modelId="{A8AA447E-22CF-424B-BBFF-3591026AB2CC}" type="presParOf" srcId="{23C423B3-9DD8-4B43-80E1-857FBD6C132D}" destId="{CB27CCDE-2E29-4BB5-BCA8-B99AFEECC037}" srcOrd="2" destOrd="0" presId="urn:microsoft.com/office/officeart/2018/2/layout/IconLabelList"/>
    <dgm:cxn modelId="{348551C5-42E5-4A7F-BA78-62702A0568D2}" type="presParOf" srcId="{C4E077EE-1E34-4230-95B9-6C5E5030AE75}" destId="{461754C6-61D3-4A68-BF35-51E3890B69C3}" srcOrd="7" destOrd="0" presId="urn:microsoft.com/office/officeart/2018/2/layout/IconLabelList"/>
    <dgm:cxn modelId="{A1665766-5683-45AE-AC62-492DEAE3593B}" type="presParOf" srcId="{C4E077EE-1E34-4230-95B9-6C5E5030AE75}" destId="{EED6A33E-1D29-45A4-B894-D219D8CF32E7}" srcOrd="8" destOrd="0" presId="urn:microsoft.com/office/officeart/2018/2/layout/IconLabelList"/>
    <dgm:cxn modelId="{683A8023-8018-498B-A305-09357BF50737}" type="presParOf" srcId="{EED6A33E-1D29-45A4-B894-D219D8CF32E7}" destId="{651C5A0F-D332-4E3E-8EA6-E0A89544F98A}" srcOrd="0" destOrd="0" presId="urn:microsoft.com/office/officeart/2018/2/layout/IconLabelList"/>
    <dgm:cxn modelId="{E97638EE-D024-45D7-A285-22D7B69BE20A}" type="presParOf" srcId="{EED6A33E-1D29-45A4-B894-D219D8CF32E7}" destId="{FB774DDC-C7BE-457F-B8CD-D217F270B3A8}" srcOrd="1" destOrd="0" presId="urn:microsoft.com/office/officeart/2018/2/layout/IconLabelList"/>
    <dgm:cxn modelId="{5D0E6C7E-EA7A-4FAB-A055-265213358C2F}" type="presParOf" srcId="{EED6A33E-1D29-45A4-B894-D219D8CF32E7}" destId="{6ECDD80C-E78E-43F3-846E-9E1449062E35}" srcOrd="2" destOrd="0" presId="urn:microsoft.com/office/officeart/2018/2/layout/IconLabelList"/>
    <dgm:cxn modelId="{E307C1F4-946C-484A-87D4-2BF2686E9A29}" type="presParOf" srcId="{C4E077EE-1E34-4230-95B9-6C5E5030AE75}" destId="{D27827F0-12A8-4D74-9F1C-E856EC046B88}" srcOrd="9" destOrd="0" presId="urn:microsoft.com/office/officeart/2018/2/layout/IconLabelList"/>
    <dgm:cxn modelId="{485BF1BF-962D-4B87-B52A-983136A6AE10}" type="presParOf" srcId="{C4E077EE-1E34-4230-95B9-6C5E5030AE75}" destId="{2DD3373F-2F4A-4E3A-8DB8-73DA1FD68453}" srcOrd="10" destOrd="0" presId="urn:microsoft.com/office/officeart/2018/2/layout/IconLabelList"/>
    <dgm:cxn modelId="{560DEDC5-A587-48B4-B60A-B0C2B99ABD3D}" type="presParOf" srcId="{2DD3373F-2F4A-4E3A-8DB8-73DA1FD68453}" destId="{2EF5AECB-C829-4B03-908B-CAE0B70AB73B}" srcOrd="0" destOrd="0" presId="urn:microsoft.com/office/officeart/2018/2/layout/IconLabelList"/>
    <dgm:cxn modelId="{D12DC802-5FC7-4B73-97DA-59193C844F80}" type="presParOf" srcId="{2DD3373F-2F4A-4E3A-8DB8-73DA1FD68453}" destId="{6E24A956-3F4C-4EBF-B0F4-F1B3C3B0AD14}" srcOrd="1" destOrd="0" presId="urn:microsoft.com/office/officeart/2018/2/layout/IconLabelList"/>
    <dgm:cxn modelId="{EBEF674C-68D7-4D31-9F90-E801A9E6A5A1}" type="presParOf" srcId="{2DD3373F-2F4A-4E3A-8DB8-73DA1FD68453}" destId="{C20073A1-0569-459E-B616-8DCFFAFDD7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E957C5-7B3D-411F-889A-F833CAC121D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846B9D3-84B9-4CDD-96F0-DD87545C5710}">
      <dgm:prSet/>
      <dgm:spPr/>
      <dgm:t>
        <a:bodyPr/>
        <a:lstStyle/>
        <a:p>
          <a:r>
            <a:rPr lang="en-US"/>
            <a:t>• Consultas SELECT básicas.</a:t>
          </a:r>
        </a:p>
      </dgm:t>
    </dgm:pt>
    <dgm:pt modelId="{31A6147A-AD92-441D-8719-EBBD5A57AE05}" type="parTrans" cxnId="{FF07F69C-FD3A-42BF-ACEE-9D19FC069923}">
      <dgm:prSet/>
      <dgm:spPr/>
      <dgm:t>
        <a:bodyPr/>
        <a:lstStyle/>
        <a:p>
          <a:endParaRPr lang="en-US"/>
        </a:p>
      </dgm:t>
    </dgm:pt>
    <dgm:pt modelId="{EDA50389-3ABD-4601-8242-4ED4825CC792}" type="sibTrans" cxnId="{FF07F69C-FD3A-42BF-ACEE-9D19FC069923}">
      <dgm:prSet/>
      <dgm:spPr/>
      <dgm:t>
        <a:bodyPr/>
        <a:lstStyle/>
        <a:p>
          <a:endParaRPr lang="en-US"/>
        </a:p>
      </dgm:t>
    </dgm:pt>
    <dgm:pt modelId="{D05630F1-5EDF-4BE4-ACF0-7A61C01037C7}">
      <dgm:prSet/>
      <dgm:spPr/>
      <dgm:t>
        <a:bodyPr/>
        <a:lstStyle/>
        <a:p>
          <a:r>
            <a:rPr lang="en-US"/>
            <a:t>• INNER JOIN entre concesionaria y pedido.</a:t>
          </a:r>
        </a:p>
      </dgm:t>
    </dgm:pt>
    <dgm:pt modelId="{09499A58-9D19-4156-974D-40C4F7A4E942}" type="parTrans" cxnId="{413F7DC7-31C0-45BD-A7A2-AD082D679EA5}">
      <dgm:prSet/>
      <dgm:spPr/>
      <dgm:t>
        <a:bodyPr/>
        <a:lstStyle/>
        <a:p>
          <a:endParaRPr lang="en-US"/>
        </a:p>
      </dgm:t>
    </dgm:pt>
    <dgm:pt modelId="{C4F4B300-41EE-4871-B680-DF1FDD594278}" type="sibTrans" cxnId="{413F7DC7-31C0-45BD-A7A2-AD082D679EA5}">
      <dgm:prSet/>
      <dgm:spPr/>
      <dgm:t>
        <a:bodyPr/>
        <a:lstStyle/>
        <a:p>
          <a:endParaRPr lang="en-US"/>
        </a:p>
      </dgm:t>
    </dgm:pt>
    <dgm:pt modelId="{CDCF25FB-22FA-47B3-864A-A277486074C2}">
      <dgm:prSet/>
      <dgm:spPr/>
      <dgm:t>
        <a:bodyPr/>
        <a:lstStyle/>
        <a:p>
          <a:r>
            <a:rPr lang="en-US"/>
            <a:t>• LEFT JOIN para obtener total de pedidos.</a:t>
          </a:r>
        </a:p>
      </dgm:t>
    </dgm:pt>
    <dgm:pt modelId="{89AFFEEF-07BE-46CD-8FC9-A3130E8AD93D}" type="parTrans" cxnId="{51AABBC3-4797-43C1-98F2-B41F8F4B6C61}">
      <dgm:prSet/>
      <dgm:spPr/>
      <dgm:t>
        <a:bodyPr/>
        <a:lstStyle/>
        <a:p>
          <a:endParaRPr lang="en-US"/>
        </a:p>
      </dgm:t>
    </dgm:pt>
    <dgm:pt modelId="{3A6054FF-E03D-4F52-87EB-E3C7A7045222}" type="sibTrans" cxnId="{51AABBC3-4797-43C1-98F2-B41F8F4B6C61}">
      <dgm:prSet/>
      <dgm:spPr/>
      <dgm:t>
        <a:bodyPr/>
        <a:lstStyle/>
        <a:p>
          <a:endParaRPr lang="en-US"/>
        </a:p>
      </dgm:t>
    </dgm:pt>
    <dgm:pt modelId="{0DEB468C-C1B1-48C0-A7CD-88F2A8543510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Modelos</a:t>
          </a:r>
          <a:r>
            <a:rPr lang="en-US" dirty="0"/>
            <a:t> </a:t>
          </a:r>
          <a:r>
            <a:rPr lang="en-US" dirty="0" err="1"/>
            <a:t>consultados</a:t>
          </a:r>
          <a:r>
            <a:rPr lang="en-US" dirty="0"/>
            <a:t> </a:t>
          </a:r>
          <a:r>
            <a:rPr lang="en-US" dirty="0" err="1"/>
            <a:t>según</a:t>
          </a:r>
          <a:r>
            <a:rPr lang="en-US" dirty="0"/>
            <a:t> </a:t>
          </a:r>
          <a:r>
            <a:rPr lang="en-US" dirty="0" err="1"/>
            <a:t>pedido</a:t>
          </a:r>
          <a:r>
            <a:rPr lang="en-US" dirty="0"/>
            <a:t>.</a:t>
          </a:r>
        </a:p>
      </dgm:t>
    </dgm:pt>
    <dgm:pt modelId="{070D96B5-BA61-4704-A61C-024FBA34AFE2}" type="parTrans" cxnId="{858374E4-7943-42E9-B7AB-1496F4987D0A}">
      <dgm:prSet/>
      <dgm:spPr/>
      <dgm:t>
        <a:bodyPr/>
        <a:lstStyle/>
        <a:p>
          <a:endParaRPr lang="en-US"/>
        </a:p>
      </dgm:t>
    </dgm:pt>
    <dgm:pt modelId="{A7A5FD5A-CEB7-4CE3-AAB1-4CB3B391092F}" type="sibTrans" cxnId="{858374E4-7943-42E9-B7AB-1496F4987D0A}">
      <dgm:prSet/>
      <dgm:spPr/>
      <dgm:t>
        <a:bodyPr/>
        <a:lstStyle/>
        <a:p>
          <a:endParaRPr lang="en-US"/>
        </a:p>
      </dgm:t>
    </dgm:pt>
    <dgm:pt modelId="{457C23BA-29A6-45D2-B2F8-2E98DB320DF6}" type="pres">
      <dgm:prSet presAssocID="{EBE957C5-7B3D-411F-889A-F833CAC121DD}" presName="root" presStyleCnt="0">
        <dgm:presLayoutVars>
          <dgm:dir/>
          <dgm:resizeHandles val="exact"/>
        </dgm:presLayoutVars>
      </dgm:prSet>
      <dgm:spPr/>
    </dgm:pt>
    <dgm:pt modelId="{FF139B23-48DB-43B8-A7B5-F4D0AFBBC626}" type="pres">
      <dgm:prSet presAssocID="{4846B9D3-84B9-4CDD-96F0-DD87545C5710}" presName="compNode" presStyleCnt="0"/>
      <dgm:spPr/>
    </dgm:pt>
    <dgm:pt modelId="{A0EF7C14-37AF-43AC-B5AA-3F609BE5F645}" type="pres">
      <dgm:prSet presAssocID="{4846B9D3-84B9-4CDD-96F0-DD87545C571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1056C13-81A2-4D37-B7F0-91BAD4A25E72}" type="pres">
      <dgm:prSet presAssocID="{4846B9D3-84B9-4CDD-96F0-DD87545C5710}" presName="spaceRect" presStyleCnt="0"/>
      <dgm:spPr/>
    </dgm:pt>
    <dgm:pt modelId="{E3BC9AF8-1C66-46D8-9A94-BF43C006F129}" type="pres">
      <dgm:prSet presAssocID="{4846B9D3-84B9-4CDD-96F0-DD87545C5710}" presName="textRect" presStyleLbl="revTx" presStyleIdx="0" presStyleCnt="4">
        <dgm:presLayoutVars>
          <dgm:chMax val="1"/>
          <dgm:chPref val="1"/>
        </dgm:presLayoutVars>
      </dgm:prSet>
      <dgm:spPr/>
    </dgm:pt>
    <dgm:pt modelId="{EF992F29-3D7E-41C6-B2A2-2365FBF1706D}" type="pres">
      <dgm:prSet presAssocID="{EDA50389-3ABD-4601-8242-4ED4825CC792}" presName="sibTrans" presStyleCnt="0"/>
      <dgm:spPr/>
    </dgm:pt>
    <dgm:pt modelId="{86CB1B38-4368-43E7-8520-7E1A6131F9FD}" type="pres">
      <dgm:prSet presAssocID="{D05630F1-5EDF-4BE4-ACF0-7A61C01037C7}" presName="compNode" presStyleCnt="0"/>
      <dgm:spPr/>
    </dgm:pt>
    <dgm:pt modelId="{3652A599-E94E-4E63-B310-AFE2A6FC6A42}" type="pres">
      <dgm:prSet presAssocID="{D05630F1-5EDF-4BE4-ACF0-7A61C01037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294195DE-714C-41A1-91FB-B724675293C0}" type="pres">
      <dgm:prSet presAssocID="{D05630F1-5EDF-4BE4-ACF0-7A61C01037C7}" presName="spaceRect" presStyleCnt="0"/>
      <dgm:spPr/>
    </dgm:pt>
    <dgm:pt modelId="{EB3D4560-E2B8-4607-B6E2-2EB6DC425843}" type="pres">
      <dgm:prSet presAssocID="{D05630F1-5EDF-4BE4-ACF0-7A61C01037C7}" presName="textRect" presStyleLbl="revTx" presStyleIdx="1" presStyleCnt="4">
        <dgm:presLayoutVars>
          <dgm:chMax val="1"/>
          <dgm:chPref val="1"/>
        </dgm:presLayoutVars>
      </dgm:prSet>
      <dgm:spPr/>
    </dgm:pt>
    <dgm:pt modelId="{D156F75A-8DEB-40E0-BDE0-74DF20DECBEE}" type="pres">
      <dgm:prSet presAssocID="{C4F4B300-41EE-4871-B680-DF1FDD594278}" presName="sibTrans" presStyleCnt="0"/>
      <dgm:spPr/>
    </dgm:pt>
    <dgm:pt modelId="{854B8EAE-CBDC-4FA6-8CE9-C7E061BAFD4C}" type="pres">
      <dgm:prSet presAssocID="{CDCF25FB-22FA-47B3-864A-A277486074C2}" presName="compNode" presStyleCnt="0"/>
      <dgm:spPr/>
    </dgm:pt>
    <dgm:pt modelId="{20E809D2-88C6-4790-8192-3903E0382520}" type="pres">
      <dgm:prSet presAssocID="{CDCF25FB-22FA-47B3-864A-A277486074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ódigo de barras"/>
        </a:ext>
      </dgm:extLst>
    </dgm:pt>
    <dgm:pt modelId="{A862EFE9-2241-4495-9CC0-8B59B869F948}" type="pres">
      <dgm:prSet presAssocID="{CDCF25FB-22FA-47B3-864A-A277486074C2}" presName="spaceRect" presStyleCnt="0"/>
      <dgm:spPr/>
    </dgm:pt>
    <dgm:pt modelId="{23A7E2CB-C427-41A0-A95D-081D4F0A05B7}" type="pres">
      <dgm:prSet presAssocID="{CDCF25FB-22FA-47B3-864A-A277486074C2}" presName="textRect" presStyleLbl="revTx" presStyleIdx="2" presStyleCnt="4">
        <dgm:presLayoutVars>
          <dgm:chMax val="1"/>
          <dgm:chPref val="1"/>
        </dgm:presLayoutVars>
      </dgm:prSet>
      <dgm:spPr/>
    </dgm:pt>
    <dgm:pt modelId="{DB94CA56-BF0B-4E69-AC03-A38E0EA72CCF}" type="pres">
      <dgm:prSet presAssocID="{3A6054FF-E03D-4F52-87EB-E3C7A7045222}" presName="sibTrans" presStyleCnt="0"/>
      <dgm:spPr/>
    </dgm:pt>
    <dgm:pt modelId="{7DBD16A5-D096-4215-98FE-23FC5E08923B}" type="pres">
      <dgm:prSet presAssocID="{0DEB468C-C1B1-48C0-A7CD-88F2A8543510}" presName="compNode" presStyleCnt="0"/>
      <dgm:spPr/>
    </dgm:pt>
    <dgm:pt modelId="{D7C05E51-1B87-4DAA-A44C-B8602386A75B}" type="pres">
      <dgm:prSet presAssocID="{0DEB468C-C1B1-48C0-A7CD-88F2A854351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1B477461-4C4C-4D5D-8C53-10A495BBDB1D}" type="pres">
      <dgm:prSet presAssocID="{0DEB468C-C1B1-48C0-A7CD-88F2A8543510}" presName="spaceRect" presStyleCnt="0"/>
      <dgm:spPr/>
    </dgm:pt>
    <dgm:pt modelId="{AA3DFF1D-0CBF-41A3-99C4-24BAE7C0FA90}" type="pres">
      <dgm:prSet presAssocID="{0DEB468C-C1B1-48C0-A7CD-88F2A85435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7C0E331-42DF-4677-A6FA-9677B1C44229}" type="presOf" srcId="{4846B9D3-84B9-4CDD-96F0-DD87545C5710}" destId="{E3BC9AF8-1C66-46D8-9A94-BF43C006F129}" srcOrd="0" destOrd="0" presId="urn:microsoft.com/office/officeart/2018/2/layout/IconLabelList"/>
    <dgm:cxn modelId="{CE871B3D-F39A-48AC-96DA-EA049223AD52}" type="presOf" srcId="{EBE957C5-7B3D-411F-889A-F833CAC121DD}" destId="{457C23BA-29A6-45D2-B2F8-2E98DB320DF6}" srcOrd="0" destOrd="0" presId="urn:microsoft.com/office/officeart/2018/2/layout/IconLabelList"/>
    <dgm:cxn modelId="{FF07F69C-FD3A-42BF-ACEE-9D19FC069923}" srcId="{EBE957C5-7B3D-411F-889A-F833CAC121DD}" destId="{4846B9D3-84B9-4CDD-96F0-DD87545C5710}" srcOrd="0" destOrd="0" parTransId="{31A6147A-AD92-441D-8719-EBBD5A57AE05}" sibTransId="{EDA50389-3ABD-4601-8242-4ED4825CC792}"/>
    <dgm:cxn modelId="{96C394B2-4C2F-4D3C-86EC-0E1FA2092559}" type="presOf" srcId="{CDCF25FB-22FA-47B3-864A-A277486074C2}" destId="{23A7E2CB-C427-41A0-A95D-081D4F0A05B7}" srcOrd="0" destOrd="0" presId="urn:microsoft.com/office/officeart/2018/2/layout/IconLabelList"/>
    <dgm:cxn modelId="{8896ADC0-5136-4F19-ADCE-54A012E3D64B}" type="presOf" srcId="{0DEB468C-C1B1-48C0-A7CD-88F2A8543510}" destId="{AA3DFF1D-0CBF-41A3-99C4-24BAE7C0FA90}" srcOrd="0" destOrd="0" presId="urn:microsoft.com/office/officeart/2018/2/layout/IconLabelList"/>
    <dgm:cxn modelId="{51AABBC3-4797-43C1-98F2-B41F8F4B6C61}" srcId="{EBE957C5-7B3D-411F-889A-F833CAC121DD}" destId="{CDCF25FB-22FA-47B3-864A-A277486074C2}" srcOrd="2" destOrd="0" parTransId="{89AFFEEF-07BE-46CD-8FC9-A3130E8AD93D}" sibTransId="{3A6054FF-E03D-4F52-87EB-E3C7A7045222}"/>
    <dgm:cxn modelId="{413F7DC7-31C0-45BD-A7A2-AD082D679EA5}" srcId="{EBE957C5-7B3D-411F-889A-F833CAC121DD}" destId="{D05630F1-5EDF-4BE4-ACF0-7A61C01037C7}" srcOrd="1" destOrd="0" parTransId="{09499A58-9D19-4156-974D-40C4F7A4E942}" sibTransId="{C4F4B300-41EE-4871-B680-DF1FDD594278}"/>
    <dgm:cxn modelId="{858374E4-7943-42E9-B7AB-1496F4987D0A}" srcId="{EBE957C5-7B3D-411F-889A-F833CAC121DD}" destId="{0DEB468C-C1B1-48C0-A7CD-88F2A8543510}" srcOrd="3" destOrd="0" parTransId="{070D96B5-BA61-4704-A61C-024FBA34AFE2}" sibTransId="{A7A5FD5A-CEB7-4CE3-AAB1-4CB3B391092F}"/>
    <dgm:cxn modelId="{40D1A5FE-5323-4744-A275-3A3A28C525AD}" type="presOf" srcId="{D05630F1-5EDF-4BE4-ACF0-7A61C01037C7}" destId="{EB3D4560-E2B8-4607-B6E2-2EB6DC425843}" srcOrd="0" destOrd="0" presId="urn:microsoft.com/office/officeart/2018/2/layout/IconLabelList"/>
    <dgm:cxn modelId="{165E2103-EDEA-462A-8864-188A8A329E8A}" type="presParOf" srcId="{457C23BA-29A6-45D2-B2F8-2E98DB320DF6}" destId="{FF139B23-48DB-43B8-A7B5-F4D0AFBBC626}" srcOrd="0" destOrd="0" presId="urn:microsoft.com/office/officeart/2018/2/layout/IconLabelList"/>
    <dgm:cxn modelId="{21A16EAB-4354-4FCC-9989-79F5B113642B}" type="presParOf" srcId="{FF139B23-48DB-43B8-A7B5-F4D0AFBBC626}" destId="{A0EF7C14-37AF-43AC-B5AA-3F609BE5F645}" srcOrd="0" destOrd="0" presId="urn:microsoft.com/office/officeart/2018/2/layout/IconLabelList"/>
    <dgm:cxn modelId="{51295AF6-CFA6-4832-9F42-07DAA380AF00}" type="presParOf" srcId="{FF139B23-48DB-43B8-A7B5-F4D0AFBBC626}" destId="{51056C13-81A2-4D37-B7F0-91BAD4A25E72}" srcOrd="1" destOrd="0" presId="urn:microsoft.com/office/officeart/2018/2/layout/IconLabelList"/>
    <dgm:cxn modelId="{A7FE001E-9F4B-476E-9DFB-554FF0955B43}" type="presParOf" srcId="{FF139B23-48DB-43B8-A7B5-F4D0AFBBC626}" destId="{E3BC9AF8-1C66-46D8-9A94-BF43C006F129}" srcOrd="2" destOrd="0" presId="urn:microsoft.com/office/officeart/2018/2/layout/IconLabelList"/>
    <dgm:cxn modelId="{8C195123-473F-4EF7-B6DD-25116181445A}" type="presParOf" srcId="{457C23BA-29A6-45D2-B2F8-2E98DB320DF6}" destId="{EF992F29-3D7E-41C6-B2A2-2365FBF1706D}" srcOrd="1" destOrd="0" presId="urn:microsoft.com/office/officeart/2018/2/layout/IconLabelList"/>
    <dgm:cxn modelId="{C854985E-756C-4C2E-8186-35BAEB9FD8D6}" type="presParOf" srcId="{457C23BA-29A6-45D2-B2F8-2E98DB320DF6}" destId="{86CB1B38-4368-43E7-8520-7E1A6131F9FD}" srcOrd="2" destOrd="0" presId="urn:microsoft.com/office/officeart/2018/2/layout/IconLabelList"/>
    <dgm:cxn modelId="{C7484D45-3C99-4D7F-835C-E8F1E4D548E4}" type="presParOf" srcId="{86CB1B38-4368-43E7-8520-7E1A6131F9FD}" destId="{3652A599-E94E-4E63-B310-AFE2A6FC6A42}" srcOrd="0" destOrd="0" presId="urn:microsoft.com/office/officeart/2018/2/layout/IconLabelList"/>
    <dgm:cxn modelId="{E83525F9-E33F-4770-9A76-C6D9314585CF}" type="presParOf" srcId="{86CB1B38-4368-43E7-8520-7E1A6131F9FD}" destId="{294195DE-714C-41A1-91FB-B724675293C0}" srcOrd="1" destOrd="0" presId="urn:microsoft.com/office/officeart/2018/2/layout/IconLabelList"/>
    <dgm:cxn modelId="{D0977388-1819-4D30-8036-29E9D331F384}" type="presParOf" srcId="{86CB1B38-4368-43E7-8520-7E1A6131F9FD}" destId="{EB3D4560-E2B8-4607-B6E2-2EB6DC425843}" srcOrd="2" destOrd="0" presId="urn:microsoft.com/office/officeart/2018/2/layout/IconLabelList"/>
    <dgm:cxn modelId="{983F449A-68F1-4EE8-832E-FB6D13DC7683}" type="presParOf" srcId="{457C23BA-29A6-45D2-B2F8-2E98DB320DF6}" destId="{D156F75A-8DEB-40E0-BDE0-74DF20DECBEE}" srcOrd="3" destOrd="0" presId="urn:microsoft.com/office/officeart/2018/2/layout/IconLabelList"/>
    <dgm:cxn modelId="{47EA9044-7C47-4C78-A20A-A5D1ECC89C9C}" type="presParOf" srcId="{457C23BA-29A6-45D2-B2F8-2E98DB320DF6}" destId="{854B8EAE-CBDC-4FA6-8CE9-C7E061BAFD4C}" srcOrd="4" destOrd="0" presId="urn:microsoft.com/office/officeart/2018/2/layout/IconLabelList"/>
    <dgm:cxn modelId="{591FB976-1F6D-409C-9159-B8FC1F6E8EC5}" type="presParOf" srcId="{854B8EAE-CBDC-4FA6-8CE9-C7E061BAFD4C}" destId="{20E809D2-88C6-4790-8192-3903E0382520}" srcOrd="0" destOrd="0" presId="urn:microsoft.com/office/officeart/2018/2/layout/IconLabelList"/>
    <dgm:cxn modelId="{CAF34054-EDCC-41A7-931D-A96037F51F1E}" type="presParOf" srcId="{854B8EAE-CBDC-4FA6-8CE9-C7E061BAFD4C}" destId="{A862EFE9-2241-4495-9CC0-8B59B869F948}" srcOrd="1" destOrd="0" presId="urn:microsoft.com/office/officeart/2018/2/layout/IconLabelList"/>
    <dgm:cxn modelId="{A665F2DA-9037-44C5-8669-20006A0121EA}" type="presParOf" srcId="{854B8EAE-CBDC-4FA6-8CE9-C7E061BAFD4C}" destId="{23A7E2CB-C427-41A0-A95D-081D4F0A05B7}" srcOrd="2" destOrd="0" presId="urn:microsoft.com/office/officeart/2018/2/layout/IconLabelList"/>
    <dgm:cxn modelId="{5AF9300F-B88C-4188-94CF-901A3770361C}" type="presParOf" srcId="{457C23BA-29A6-45D2-B2F8-2E98DB320DF6}" destId="{DB94CA56-BF0B-4E69-AC03-A38E0EA72CCF}" srcOrd="5" destOrd="0" presId="urn:microsoft.com/office/officeart/2018/2/layout/IconLabelList"/>
    <dgm:cxn modelId="{0DE84E2F-DA76-4037-BC9B-E1547616183D}" type="presParOf" srcId="{457C23BA-29A6-45D2-B2F8-2E98DB320DF6}" destId="{7DBD16A5-D096-4215-98FE-23FC5E08923B}" srcOrd="6" destOrd="0" presId="urn:microsoft.com/office/officeart/2018/2/layout/IconLabelList"/>
    <dgm:cxn modelId="{9F47CBC2-15A7-4690-A255-F4155AE0E507}" type="presParOf" srcId="{7DBD16A5-D096-4215-98FE-23FC5E08923B}" destId="{D7C05E51-1B87-4DAA-A44C-B8602386A75B}" srcOrd="0" destOrd="0" presId="urn:microsoft.com/office/officeart/2018/2/layout/IconLabelList"/>
    <dgm:cxn modelId="{36D23E84-8866-47C7-90A1-DAB8270594C1}" type="presParOf" srcId="{7DBD16A5-D096-4215-98FE-23FC5E08923B}" destId="{1B477461-4C4C-4D5D-8C53-10A495BBDB1D}" srcOrd="1" destOrd="0" presId="urn:microsoft.com/office/officeart/2018/2/layout/IconLabelList"/>
    <dgm:cxn modelId="{3B51D209-7014-49C5-9808-09D03747BA73}" type="presParOf" srcId="{7DBD16A5-D096-4215-98FE-23FC5E08923B}" destId="{AA3DFF1D-0CBF-41A3-99C4-24BAE7C0FA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4FC0D1-C8C5-47CC-ADC6-60532E3702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FF5434-D4A6-49C7-AC0B-A33B38F19C7C}">
      <dgm:prSet/>
      <dgm:spPr/>
      <dgm:t>
        <a:bodyPr/>
        <a:lstStyle/>
        <a:p>
          <a:r>
            <a:rPr lang="en-US"/>
            <a:t>• Se creó un procedure para automatizar tareas.</a:t>
          </a:r>
        </a:p>
      </dgm:t>
    </dgm:pt>
    <dgm:pt modelId="{6AD5F179-97C2-459D-B693-0F4A0A6FD354}" type="parTrans" cxnId="{81BC1C49-940E-4D2E-A403-EF3F5163DF27}">
      <dgm:prSet/>
      <dgm:spPr/>
      <dgm:t>
        <a:bodyPr/>
        <a:lstStyle/>
        <a:p>
          <a:endParaRPr lang="en-US"/>
        </a:p>
      </dgm:t>
    </dgm:pt>
    <dgm:pt modelId="{F7FE4A7D-0129-4E6C-8B44-5FCB8A996C6C}" type="sibTrans" cxnId="{81BC1C49-940E-4D2E-A403-EF3F5163DF27}">
      <dgm:prSet/>
      <dgm:spPr/>
      <dgm:t>
        <a:bodyPr/>
        <a:lstStyle/>
        <a:p>
          <a:endParaRPr lang="en-US"/>
        </a:p>
      </dgm:t>
    </dgm:pt>
    <dgm:pt modelId="{CE3C9305-21F4-4B74-8654-A8070BD7C1A3}">
      <dgm:prSet/>
      <dgm:spPr/>
      <dgm:t>
        <a:bodyPr/>
        <a:lstStyle/>
        <a:p>
          <a:r>
            <a:rPr lang="en-US"/>
            <a:t>• Se diseñó un DER representando relaciones entre tablas.</a:t>
          </a:r>
        </a:p>
      </dgm:t>
    </dgm:pt>
    <dgm:pt modelId="{A14D33A9-6D6F-4AAD-824D-27A11707F008}" type="parTrans" cxnId="{6936ABD2-192E-402E-A9B1-59FCB2D6BEC5}">
      <dgm:prSet/>
      <dgm:spPr/>
      <dgm:t>
        <a:bodyPr/>
        <a:lstStyle/>
        <a:p>
          <a:endParaRPr lang="en-US"/>
        </a:p>
      </dgm:t>
    </dgm:pt>
    <dgm:pt modelId="{E6E475CE-46F9-4F17-9870-4363DCB69BF1}" type="sibTrans" cxnId="{6936ABD2-192E-402E-A9B1-59FCB2D6BEC5}">
      <dgm:prSet/>
      <dgm:spPr/>
      <dgm:t>
        <a:bodyPr/>
        <a:lstStyle/>
        <a:p>
          <a:endParaRPr lang="en-US"/>
        </a:p>
      </dgm:t>
    </dgm:pt>
    <dgm:pt modelId="{ABECCA3F-9E02-4505-883C-411A4A33BE02}">
      <dgm:prSet/>
      <dgm:spPr/>
      <dgm:t>
        <a:bodyPr/>
        <a:lstStyle/>
        <a:p>
          <a:r>
            <a:rPr lang="en-US"/>
            <a:t>• Modelos — Pedidos — Concesionarias — Proveedores.</a:t>
          </a:r>
        </a:p>
      </dgm:t>
    </dgm:pt>
    <dgm:pt modelId="{8F170223-490E-49FE-A79E-7516F0F9CA79}" type="parTrans" cxnId="{2BB76FDF-0DF6-46FA-9618-1D9600277C89}">
      <dgm:prSet/>
      <dgm:spPr/>
      <dgm:t>
        <a:bodyPr/>
        <a:lstStyle/>
        <a:p>
          <a:endParaRPr lang="en-US"/>
        </a:p>
      </dgm:t>
    </dgm:pt>
    <dgm:pt modelId="{3AC69C9A-7D1A-42EF-AEA2-E213B397571C}" type="sibTrans" cxnId="{2BB76FDF-0DF6-46FA-9618-1D9600277C89}">
      <dgm:prSet/>
      <dgm:spPr/>
      <dgm:t>
        <a:bodyPr/>
        <a:lstStyle/>
        <a:p>
          <a:endParaRPr lang="en-US"/>
        </a:p>
      </dgm:t>
    </dgm:pt>
    <dgm:pt modelId="{AC6D2D5F-DD6F-4978-84B2-B07538DBE215}" type="pres">
      <dgm:prSet presAssocID="{064FC0D1-C8C5-47CC-ADC6-60532E370224}" presName="root" presStyleCnt="0">
        <dgm:presLayoutVars>
          <dgm:dir/>
          <dgm:resizeHandles val="exact"/>
        </dgm:presLayoutVars>
      </dgm:prSet>
      <dgm:spPr/>
    </dgm:pt>
    <dgm:pt modelId="{FBE7C8DD-1576-4C97-8EB9-83ACCBF81B5B}" type="pres">
      <dgm:prSet presAssocID="{37FF5434-D4A6-49C7-AC0B-A33B38F19C7C}" presName="compNode" presStyleCnt="0"/>
      <dgm:spPr/>
    </dgm:pt>
    <dgm:pt modelId="{05DE72E2-C34B-4666-A374-CED91D74AEF0}" type="pres">
      <dgm:prSet presAssocID="{37FF5434-D4A6-49C7-AC0B-A33B38F19C7C}" presName="bgRect" presStyleLbl="bgShp" presStyleIdx="0" presStyleCnt="3"/>
      <dgm:spPr/>
    </dgm:pt>
    <dgm:pt modelId="{C98651E5-BFD9-4161-803A-486C2F262DC2}" type="pres">
      <dgm:prSet presAssocID="{37FF5434-D4A6-49C7-AC0B-A33B38F19C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0B96C63-58DE-4FEE-920B-0AC76B6CFC0F}" type="pres">
      <dgm:prSet presAssocID="{37FF5434-D4A6-49C7-AC0B-A33B38F19C7C}" presName="spaceRect" presStyleCnt="0"/>
      <dgm:spPr/>
    </dgm:pt>
    <dgm:pt modelId="{6E710A34-F3AC-4CA8-A5B2-E7394554046B}" type="pres">
      <dgm:prSet presAssocID="{37FF5434-D4A6-49C7-AC0B-A33B38F19C7C}" presName="parTx" presStyleLbl="revTx" presStyleIdx="0" presStyleCnt="3">
        <dgm:presLayoutVars>
          <dgm:chMax val="0"/>
          <dgm:chPref val="0"/>
        </dgm:presLayoutVars>
      </dgm:prSet>
      <dgm:spPr/>
    </dgm:pt>
    <dgm:pt modelId="{F8E1D877-43A1-448A-9B99-9755F26B9151}" type="pres">
      <dgm:prSet presAssocID="{F7FE4A7D-0129-4E6C-8B44-5FCB8A996C6C}" presName="sibTrans" presStyleCnt="0"/>
      <dgm:spPr/>
    </dgm:pt>
    <dgm:pt modelId="{BD334597-CE8F-4211-A344-A25FB04C72AA}" type="pres">
      <dgm:prSet presAssocID="{CE3C9305-21F4-4B74-8654-A8070BD7C1A3}" presName="compNode" presStyleCnt="0"/>
      <dgm:spPr/>
    </dgm:pt>
    <dgm:pt modelId="{97C3E5BD-3DB4-4458-8750-7D34E1E42076}" type="pres">
      <dgm:prSet presAssocID="{CE3C9305-21F4-4B74-8654-A8070BD7C1A3}" presName="bgRect" presStyleLbl="bgShp" presStyleIdx="1" presStyleCnt="3"/>
      <dgm:spPr/>
    </dgm:pt>
    <dgm:pt modelId="{185DD477-1B9A-415D-BC47-EE9A141AC05B}" type="pres">
      <dgm:prSet presAssocID="{CE3C9305-21F4-4B74-8654-A8070BD7C1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72852D6D-D067-4536-8A23-33A1CD2F2433}" type="pres">
      <dgm:prSet presAssocID="{CE3C9305-21F4-4B74-8654-A8070BD7C1A3}" presName="spaceRect" presStyleCnt="0"/>
      <dgm:spPr/>
    </dgm:pt>
    <dgm:pt modelId="{E7D5A563-FB74-46A8-BB4A-14BE8CEBE4A0}" type="pres">
      <dgm:prSet presAssocID="{CE3C9305-21F4-4B74-8654-A8070BD7C1A3}" presName="parTx" presStyleLbl="revTx" presStyleIdx="1" presStyleCnt="3">
        <dgm:presLayoutVars>
          <dgm:chMax val="0"/>
          <dgm:chPref val="0"/>
        </dgm:presLayoutVars>
      </dgm:prSet>
      <dgm:spPr/>
    </dgm:pt>
    <dgm:pt modelId="{6F04340B-D568-4587-8833-232AC8A6E266}" type="pres">
      <dgm:prSet presAssocID="{E6E475CE-46F9-4F17-9870-4363DCB69BF1}" presName="sibTrans" presStyleCnt="0"/>
      <dgm:spPr/>
    </dgm:pt>
    <dgm:pt modelId="{539AEF28-2EEE-4CA0-8990-2811FF405067}" type="pres">
      <dgm:prSet presAssocID="{ABECCA3F-9E02-4505-883C-411A4A33BE02}" presName="compNode" presStyleCnt="0"/>
      <dgm:spPr/>
    </dgm:pt>
    <dgm:pt modelId="{B0479FAA-6DE6-488F-90C6-78CABCC0ECA6}" type="pres">
      <dgm:prSet presAssocID="{ABECCA3F-9E02-4505-883C-411A4A33BE02}" presName="bgRect" presStyleLbl="bgShp" presStyleIdx="2" presStyleCnt="3"/>
      <dgm:spPr/>
    </dgm:pt>
    <dgm:pt modelId="{8A490BE0-FFD5-407D-B4E9-2FFB91168BE4}" type="pres">
      <dgm:prSet presAssocID="{ABECCA3F-9E02-4505-883C-411A4A33BE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95D5CE2D-CF0F-4D3E-A4B5-8CC9B60B2C84}" type="pres">
      <dgm:prSet presAssocID="{ABECCA3F-9E02-4505-883C-411A4A33BE02}" presName="spaceRect" presStyleCnt="0"/>
      <dgm:spPr/>
    </dgm:pt>
    <dgm:pt modelId="{F79E2AF0-19CC-4DF3-B7CD-4831F8C0FE93}" type="pres">
      <dgm:prSet presAssocID="{ABECCA3F-9E02-4505-883C-411A4A33BE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C3E815-D224-4DE0-901A-F33993843EA2}" type="presOf" srcId="{37FF5434-D4A6-49C7-AC0B-A33B38F19C7C}" destId="{6E710A34-F3AC-4CA8-A5B2-E7394554046B}" srcOrd="0" destOrd="0" presId="urn:microsoft.com/office/officeart/2018/2/layout/IconVerticalSolidList"/>
    <dgm:cxn modelId="{63A03F64-9647-464E-ACA7-D931ED41194F}" type="presOf" srcId="{ABECCA3F-9E02-4505-883C-411A4A33BE02}" destId="{F79E2AF0-19CC-4DF3-B7CD-4831F8C0FE93}" srcOrd="0" destOrd="0" presId="urn:microsoft.com/office/officeart/2018/2/layout/IconVerticalSolidList"/>
    <dgm:cxn modelId="{81BC1C49-940E-4D2E-A403-EF3F5163DF27}" srcId="{064FC0D1-C8C5-47CC-ADC6-60532E370224}" destId="{37FF5434-D4A6-49C7-AC0B-A33B38F19C7C}" srcOrd="0" destOrd="0" parTransId="{6AD5F179-97C2-459D-B693-0F4A0A6FD354}" sibTransId="{F7FE4A7D-0129-4E6C-8B44-5FCB8A996C6C}"/>
    <dgm:cxn modelId="{39DBFD81-E7A8-4503-AD8C-65D38F828714}" type="presOf" srcId="{064FC0D1-C8C5-47CC-ADC6-60532E370224}" destId="{AC6D2D5F-DD6F-4978-84B2-B07538DBE215}" srcOrd="0" destOrd="0" presId="urn:microsoft.com/office/officeart/2018/2/layout/IconVerticalSolidList"/>
    <dgm:cxn modelId="{6936ABD2-192E-402E-A9B1-59FCB2D6BEC5}" srcId="{064FC0D1-C8C5-47CC-ADC6-60532E370224}" destId="{CE3C9305-21F4-4B74-8654-A8070BD7C1A3}" srcOrd="1" destOrd="0" parTransId="{A14D33A9-6D6F-4AAD-824D-27A11707F008}" sibTransId="{E6E475CE-46F9-4F17-9870-4363DCB69BF1}"/>
    <dgm:cxn modelId="{8B6886DD-F19B-43F8-AE73-1776982FB234}" type="presOf" srcId="{CE3C9305-21F4-4B74-8654-A8070BD7C1A3}" destId="{E7D5A563-FB74-46A8-BB4A-14BE8CEBE4A0}" srcOrd="0" destOrd="0" presId="urn:microsoft.com/office/officeart/2018/2/layout/IconVerticalSolidList"/>
    <dgm:cxn modelId="{2BB76FDF-0DF6-46FA-9618-1D9600277C89}" srcId="{064FC0D1-C8C5-47CC-ADC6-60532E370224}" destId="{ABECCA3F-9E02-4505-883C-411A4A33BE02}" srcOrd="2" destOrd="0" parTransId="{8F170223-490E-49FE-A79E-7516F0F9CA79}" sibTransId="{3AC69C9A-7D1A-42EF-AEA2-E213B397571C}"/>
    <dgm:cxn modelId="{F62D747A-B059-481C-A83A-E0EC3FE684D2}" type="presParOf" srcId="{AC6D2D5F-DD6F-4978-84B2-B07538DBE215}" destId="{FBE7C8DD-1576-4C97-8EB9-83ACCBF81B5B}" srcOrd="0" destOrd="0" presId="urn:microsoft.com/office/officeart/2018/2/layout/IconVerticalSolidList"/>
    <dgm:cxn modelId="{12B79B13-C0BC-40A0-8260-E9E3E879BBAF}" type="presParOf" srcId="{FBE7C8DD-1576-4C97-8EB9-83ACCBF81B5B}" destId="{05DE72E2-C34B-4666-A374-CED91D74AEF0}" srcOrd="0" destOrd="0" presId="urn:microsoft.com/office/officeart/2018/2/layout/IconVerticalSolidList"/>
    <dgm:cxn modelId="{8DE22B41-ECDB-486D-9C03-7BF015601679}" type="presParOf" srcId="{FBE7C8DD-1576-4C97-8EB9-83ACCBF81B5B}" destId="{C98651E5-BFD9-4161-803A-486C2F262DC2}" srcOrd="1" destOrd="0" presId="urn:microsoft.com/office/officeart/2018/2/layout/IconVerticalSolidList"/>
    <dgm:cxn modelId="{D825B7F4-EED1-44E4-9A19-8C4C9D5D159F}" type="presParOf" srcId="{FBE7C8DD-1576-4C97-8EB9-83ACCBF81B5B}" destId="{90B96C63-58DE-4FEE-920B-0AC76B6CFC0F}" srcOrd="2" destOrd="0" presId="urn:microsoft.com/office/officeart/2018/2/layout/IconVerticalSolidList"/>
    <dgm:cxn modelId="{85F8F3BC-43D8-4A18-824C-ED769E05FC6D}" type="presParOf" srcId="{FBE7C8DD-1576-4C97-8EB9-83ACCBF81B5B}" destId="{6E710A34-F3AC-4CA8-A5B2-E7394554046B}" srcOrd="3" destOrd="0" presId="urn:microsoft.com/office/officeart/2018/2/layout/IconVerticalSolidList"/>
    <dgm:cxn modelId="{D4DCD57C-2443-40D5-A028-DDF7D699482A}" type="presParOf" srcId="{AC6D2D5F-DD6F-4978-84B2-B07538DBE215}" destId="{F8E1D877-43A1-448A-9B99-9755F26B9151}" srcOrd="1" destOrd="0" presId="urn:microsoft.com/office/officeart/2018/2/layout/IconVerticalSolidList"/>
    <dgm:cxn modelId="{374E14E6-42F4-497B-A0C1-F22BF73E5200}" type="presParOf" srcId="{AC6D2D5F-DD6F-4978-84B2-B07538DBE215}" destId="{BD334597-CE8F-4211-A344-A25FB04C72AA}" srcOrd="2" destOrd="0" presId="urn:microsoft.com/office/officeart/2018/2/layout/IconVerticalSolidList"/>
    <dgm:cxn modelId="{F2495D4C-69D9-4AA7-AC31-8717B5970E1B}" type="presParOf" srcId="{BD334597-CE8F-4211-A344-A25FB04C72AA}" destId="{97C3E5BD-3DB4-4458-8750-7D34E1E42076}" srcOrd="0" destOrd="0" presId="urn:microsoft.com/office/officeart/2018/2/layout/IconVerticalSolidList"/>
    <dgm:cxn modelId="{E942827D-AFF6-4529-9A6D-404E3BE477F2}" type="presParOf" srcId="{BD334597-CE8F-4211-A344-A25FB04C72AA}" destId="{185DD477-1B9A-415D-BC47-EE9A141AC05B}" srcOrd="1" destOrd="0" presId="urn:microsoft.com/office/officeart/2018/2/layout/IconVerticalSolidList"/>
    <dgm:cxn modelId="{EA0757E7-557F-4561-9788-7C51A008813B}" type="presParOf" srcId="{BD334597-CE8F-4211-A344-A25FB04C72AA}" destId="{72852D6D-D067-4536-8A23-33A1CD2F2433}" srcOrd="2" destOrd="0" presId="urn:microsoft.com/office/officeart/2018/2/layout/IconVerticalSolidList"/>
    <dgm:cxn modelId="{4A584DA9-0209-4583-A8A2-45A49C7B80B5}" type="presParOf" srcId="{BD334597-CE8F-4211-A344-A25FB04C72AA}" destId="{E7D5A563-FB74-46A8-BB4A-14BE8CEBE4A0}" srcOrd="3" destOrd="0" presId="urn:microsoft.com/office/officeart/2018/2/layout/IconVerticalSolidList"/>
    <dgm:cxn modelId="{2B35992B-0458-4BC7-8D55-482A98A440B5}" type="presParOf" srcId="{AC6D2D5F-DD6F-4978-84B2-B07538DBE215}" destId="{6F04340B-D568-4587-8833-232AC8A6E266}" srcOrd="3" destOrd="0" presId="urn:microsoft.com/office/officeart/2018/2/layout/IconVerticalSolidList"/>
    <dgm:cxn modelId="{FAFC595C-9829-4B78-85F7-551BE28C9689}" type="presParOf" srcId="{AC6D2D5F-DD6F-4978-84B2-B07538DBE215}" destId="{539AEF28-2EEE-4CA0-8990-2811FF405067}" srcOrd="4" destOrd="0" presId="urn:microsoft.com/office/officeart/2018/2/layout/IconVerticalSolidList"/>
    <dgm:cxn modelId="{36C9C466-20FE-440A-B781-980DB42456AF}" type="presParOf" srcId="{539AEF28-2EEE-4CA0-8990-2811FF405067}" destId="{B0479FAA-6DE6-488F-90C6-78CABCC0ECA6}" srcOrd="0" destOrd="0" presId="urn:microsoft.com/office/officeart/2018/2/layout/IconVerticalSolidList"/>
    <dgm:cxn modelId="{5C385A55-0D9E-4C33-9BA3-B8CDC1E97210}" type="presParOf" srcId="{539AEF28-2EEE-4CA0-8990-2811FF405067}" destId="{8A490BE0-FFD5-407D-B4E9-2FFB91168BE4}" srcOrd="1" destOrd="0" presId="urn:microsoft.com/office/officeart/2018/2/layout/IconVerticalSolidList"/>
    <dgm:cxn modelId="{B03C1A82-D356-4A5B-8EDA-B98696208EFF}" type="presParOf" srcId="{539AEF28-2EEE-4CA0-8990-2811FF405067}" destId="{95D5CE2D-CF0F-4D3E-A4B5-8CC9B60B2C84}" srcOrd="2" destOrd="0" presId="urn:microsoft.com/office/officeart/2018/2/layout/IconVerticalSolidList"/>
    <dgm:cxn modelId="{6FDA77B2-1D45-48D5-80BC-E101421DD95F}" type="presParOf" srcId="{539AEF28-2EEE-4CA0-8990-2811FF405067}" destId="{F79E2AF0-19CC-4DF3-B7CD-4831F8C0FE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C1D10-C2E6-4ED2-B916-1BEDEC1EEFE8}">
      <dsp:nvSpPr>
        <dsp:cNvPr id="0" name=""/>
        <dsp:cNvSpPr/>
      </dsp:nvSpPr>
      <dsp:spPr>
        <a:xfrm>
          <a:off x="0" y="0"/>
          <a:ext cx="6492240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Trabajo realizado para la materia Laboratorio de Base de Datos.</a:t>
          </a:r>
        </a:p>
      </dsp:txBody>
      <dsp:txXfrm>
        <a:off x="22746" y="22746"/>
        <a:ext cx="5588589" cy="731121"/>
      </dsp:txXfrm>
    </dsp:sp>
    <dsp:sp modelId="{15FF9632-F113-484F-B23E-6948FB9AA30D}">
      <dsp:nvSpPr>
        <dsp:cNvPr id="0" name=""/>
        <dsp:cNvSpPr/>
      </dsp:nvSpPr>
      <dsp:spPr>
        <a:xfrm>
          <a:off x="543725" y="917816"/>
          <a:ext cx="6492240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83163"/>
                <a:satOff val="-6257"/>
                <a:lumOff val="392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383163"/>
                <a:satOff val="-6257"/>
                <a:lumOff val="392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Basado en la informatización de una fábrica automotriz.</a:t>
          </a:r>
        </a:p>
      </dsp:txBody>
      <dsp:txXfrm>
        <a:off x="566471" y="940562"/>
        <a:ext cx="5398224" cy="731121"/>
      </dsp:txXfrm>
    </dsp:sp>
    <dsp:sp modelId="{0E11061B-58B0-40BE-9B24-E3758295D4D0}">
      <dsp:nvSpPr>
        <dsp:cNvPr id="0" name=""/>
        <dsp:cNvSpPr/>
      </dsp:nvSpPr>
      <dsp:spPr>
        <a:xfrm>
          <a:off x="1079334" y="1835632"/>
          <a:ext cx="6492240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766327"/>
                <a:satOff val="-12515"/>
                <a:lumOff val="78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766327"/>
                <a:satOff val="-12515"/>
                <a:lumOff val="78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Incluye Word, código SQL y presentación PowerPoint.</a:t>
          </a:r>
        </a:p>
      </dsp:txBody>
      <dsp:txXfrm>
        <a:off x="1102080" y="1858378"/>
        <a:ext cx="5406339" cy="731121"/>
      </dsp:txXfrm>
    </dsp:sp>
    <dsp:sp modelId="{8911262D-6C46-41DD-AEBE-0E60F2DC90EA}">
      <dsp:nvSpPr>
        <dsp:cNvPr id="0" name=""/>
        <dsp:cNvSpPr/>
      </dsp:nvSpPr>
      <dsp:spPr>
        <a:xfrm>
          <a:off x="1623059" y="2753448"/>
          <a:ext cx="6492240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49490"/>
                <a:satOff val="-18772"/>
                <a:lumOff val="117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149490"/>
                <a:satOff val="-18772"/>
                <a:lumOff val="117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 analiza el proceso: proveedores, líneas de montaje, producción y concesionarias.</a:t>
          </a:r>
        </a:p>
      </dsp:txBody>
      <dsp:txXfrm>
        <a:off x="1645805" y="2776194"/>
        <a:ext cx="5398224" cy="731121"/>
      </dsp:txXfrm>
    </dsp:sp>
    <dsp:sp modelId="{52C49A00-A0AD-4729-8E30-181BB90A63D0}">
      <dsp:nvSpPr>
        <dsp:cNvPr id="0" name=""/>
        <dsp:cNvSpPr/>
      </dsp:nvSpPr>
      <dsp:spPr>
        <a:xfrm>
          <a:off x="5987441" y="594815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101021" y="594815"/>
        <a:ext cx="277638" cy="379860"/>
      </dsp:txXfrm>
    </dsp:sp>
    <dsp:sp modelId="{BB50F726-28A6-49EA-85AF-FAC129423BCE}">
      <dsp:nvSpPr>
        <dsp:cNvPr id="0" name=""/>
        <dsp:cNvSpPr/>
      </dsp:nvSpPr>
      <dsp:spPr>
        <a:xfrm>
          <a:off x="6531166" y="1512631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6329"/>
            <a:satOff val="-13875"/>
            <a:lumOff val="-64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746329"/>
              <a:satOff val="-13875"/>
              <a:lumOff val="-6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644746" y="1512631"/>
        <a:ext cx="277638" cy="379860"/>
      </dsp:txXfrm>
    </dsp:sp>
    <dsp:sp modelId="{21ECCA94-304C-48B8-9E6A-43F2626F6D9C}">
      <dsp:nvSpPr>
        <dsp:cNvPr id="0" name=""/>
        <dsp:cNvSpPr/>
      </dsp:nvSpPr>
      <dsp:spPr>
        <a:xfrm>
          <a:off x="7066776" y="2430447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492659"/>
            <a:satOff val="-27750"/>
            <a:lumOff val="-129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492659"/>
              <a:satOff val="-27750"/>
              <a:lumOff val="-12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180356" y="2430447"/>
        <a:ext cx="277638" cy="379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6834D-2035-4C93-8EA5-D81778C50A97}">
      <dsp:nvSpPr>
        <dsp:cNvPr id="0" name=""/>
        <dsp:cNvSpPr/>
      </dsp:nvSpPr>
      <dsp:spPr>
        <a:xfrm>
          <a:off x="0" y="37525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Creación del schema fabrica_automoviles.</a:t>
          </a:r>
        </a:p>
      </dsp:txBody>
      <dsp:txXfrm>
        <a:off x="15221" y="52746"/>
        <a:ext cx="8084858" cy="281363"/>
      </dsp:txXfrm>
    </dsp:sp>
    <dsp:sp modelId="{BEF1B299-44A5-45E3-B694-FBA2B345053A}">
      <dsp:nvSpPr>
        <dsp:cNvPr id="0" name=""/>
        <dsp:cNvSpPr/>
      </dsp:nvSpPr>
      <dsp:spPr>
        <a:xfrm>
          <a:off x="0" y="386770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Tablas principales:</a:t>
          </a:r>
        </a:p>
      </dsp:txBody>
      <dsp:txXfrm>
        <a:off x="15221" y="401991"/>
        <a:ext cx="8084858" cy="281363"/>
      </dsp:txXfrm>
    </dsp:sp>
    <dsp:sp modelId="{8DE4D9BB-76DE-47D8-8F6F-ADEF8472F748}">
      <dsp:nvSpPr>
        <dsp:cNvPr id="0" name=""/>
        <dsp:cNvSpPr/>
      </dsp:nvSpPr>
      <dsp:spPr>
        <a:xfrm>
          <a:off x="0" y="736015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Proveedor</a:t>
          </a:r>
        </a:p>
      </dsp:txBody>
      <dsp:txXfrm>
        <a:off x="15221" y="751236"/>
        <a:ext cx="8084858" cy="281363"/>
      </dsp:txXfrm>
    </dsp:sp>
    <dsp:sp modelId="{E0FCE4BE-BE0F-43D2-8050-23B80D2B1FCC}">
      <dsp:nvSpPr>
        <dsp:cNvPr id="0" name=""/>
        <dsp:cNvSpPr/>
      </dsp:nvSpPr>
      <dsp:spPr>
        <a:xfrm>
          <a:off x="0" y="1085260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Insumo</a:t>
          </a:r>
        </a:p>
      </dsp:txBody>
      <dsp:txXfrm>
        <a:off x="15221" y="1100481"/>
        <a:ext cx="8084858" cy="281363"/>
      </dsp:txXfrm>
    </dsp:sp>
    <dsp:sp modelId="{F7449999-7725-4C9F-8150-853A124D015E}">
      <dsp:nvSpPr>
        <dsp:cNvPr id="0" name=""/>
        <dsp:cNvSpPr/>
      </dsp:nvSpPr>
      <dsp:spPr>
        <a:xfrm>
          <a:off x="0" y="1434505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Proveedor_Insumos</a:t>
          </a:r>
        </a:p>
      </dsp:txBody>
      <dsp:txXfrm>
        <a:off x="15221" y="1449726"/>
        <a:ext cx="8084858" cy="281363"/>
      </dsp:txXfrm>
    </dsp:sp>
    <dsp:sp modelId="{B616E0BB-87F5-4EFF-A6B3-87EB13DE7714}">
      <dsp:nvSpPr>
        <dsp:cNvPr id="0" name=""/>
        <dsp:cNvSpPr/>
      </dsp:nvSpPr>
      <dsp:spPr>
        <a:xfrm>
          <a:off x="0" y="1783750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Modelo</a:t>
          </a:r>
        </a:p>
      </dsp:txBody>
      <dsp:txXfrm>
        <a:off x="15221" y="1798971"/>
        <a:ext cx="8084858" cy="281363"/>
      </dsp:txXfrm>
    </dsp:sp>
    <dsp:sp modelId="{E682CE0D-8358-4BAD-8959-EAC7F0449E04}">
      <dsp:nvSpPr>
        <dsp:cNvPr id="0" name=""/>
        <dsp:cNvSpPr/>
      </dsp:nvSpPr>
      <dsp:spPr>
        <a:xfrm>
          <a:off x="0" y="2132995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Línea de Montaje</a:t>
          </a:r>
        </a:p>
      </dsp:txBody>
      <dsp:txXfrm>
        <a:off x="15221" y="2148216"/>
        <a:ext cx="8084858" cy="281363"/>
      </dsp:txXfrm>
    </dsp:sp>
    <dsp:sp modelId="{C1199B26-027F-4D4C-B55C-7DBC67DB36EE}">
      <dsp:nvSpPr>
        <dsp:cNvPr id="0" name=""/>
        <dsp:cNvSpPr/>
      </dsp:nvSpPr>
      <dsp:spPr>
        <a:xfrm>
          <a:off x="0" y="2482240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Concesionario</a:t>
          </a:r>
        </a:p>
      </dsp:txBody>
      <dsp:txXfrm>
        <a:off x="15221" y="2497461"/>
        <a:ext cx="8084858" cy="281363"/>
      </dsp:txXfrm>
    </dsp:sp>
    <dsp:sp modelId="{66428684-427A-4F50-BD20-9570F9C9E851}">
      <dsp:nvSpPr>
        <dsp:cNvPr id="0" name=""/>
        <dsp:cNvSpPr/>
      </dsp:nvSpPr>
      <dsp:spPr>
        <a:xfrm>
          <a:off x="0" y="2831486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Pedido</a:t>
          </a:r>
        </a:p>
      </dsp:txBody>
      <dsp:txXfrm>
        <a:off x="15221" y="2846707"/>
        <a:ext cx="8084858" cy="281363"/>
      </dsp:txXfrm>
    </dsp:sp>
    <dsp:sp modelId="{EDAF9715-28D9-4E54-A88B-8BF4545F456D}">
      <dsp:nvSpPr>
        <dsp:cNvPr id="0" name=""/>
        <dsp:cNvSpPr/>
      </dsp:nvSpPr>
      <dsp:spPr>
        <a:xfrm>
          <a:off x="0" y="3180731"/>
          <a:ext cx="8115300" cy="3118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Detalle Pedido</a:t>
          </a:r>
        </a:p>
      </dsp:txBody>
      <dsp:txXfrm>
        <a:off x="15221" y="3195952"/>
        <a:ext cx="8084858" cy="281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19C99-92AF-48DA-988A-EFDB987CEEF7}">
      <dsp:nvSpPr>
        <dsp:cNvPr id="0" name=""/>
        <dsp:cNvSpPr/>
      </dsp:nvSpPr>
      <dsp:spPr>
        <a:xfrm>
          <a:off x="0" y="430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F7C83-64C8-42F1-B21D-A56505FF9C65}">
      <dsp:nvSpPr>
        <dsp:cNvPr id="0" name=""/>
        <dsp:cNvSpPr/>
      </dsp:nvSpPr>
      <dsp:spPr>
        <a:xfrm>
          <a:off x="109495" y="81873"/>
          <a:ext cx="199083" cy="1990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3DC0E-E5A0-4D87-9EDD-ADB6E50A81CE}">
      <dsp:nvSpPr>
        <dsp:cNvPr id="0" name=""/>
        <dsp:cNvSpPr/>
      </dsp:nvSpPr>
      <dsp:spPr>
        <a:xfrm>
          <a:off x="418074" y="430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📦 PROVEEDOR: Datos de las empresas proveedoras.</a:t>
          </a:r>
        </a:p>
      </dsp:txBody>
      <dsp:txXfrm>
        <a:off x="418074" y="430"/>
        <a:ext cx="7697225" cy="361969"/>
      </dsp:txXfrm>
    </dsp:sp>
    <dsp:sp modelId="{C0F06925-3295-4F32-A919-B7E594D65823}">
      <dsp:nvSpPr>
        <dsp:cNvPr id="0" name=""/>
        <dsp:cNvSpPr/>
      </dsp:nvSpPr>
      <dsp:spPr>
        <a:xfrm>
          <a:off x="0" y="452892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8EE8B-B8DF-4706-86D7-EFF034E42AF2}">
      <dsp:nvSpPr>
        <dsp:cNvPr id="0" name=""/>
        <dsp:cNvSpPr/>
      </dsp:nvSpPr>
      <dsp:spPr>
        <a:xfrm>
          <a:off x="109495" y="534335"/>
          <a:ext cx="199083" cy="1990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964AD-81D9-4806-8EA3-FDC525AFB083}">
      <dsp:nvSpPr>
        <dsp:cNvPr id="0" name=""/>
        <dsp:cNvSpPr/>
      </dsp:nvSpPr>
      <dsp:spPr>
        <a:xfrm>
          <a:off x="418074" y="452892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🔧 INSUMO: Elementos necesarios para fabricar vehículos.</a:t>
          </a:r>
        </a:p>
      </dsp:txBody>
      <dsp:txXfrm>
        <a:off x="418074" y="452892"/>
        <a:ext cx="7697225" cy="361969"/>
      </dsp:txXfrm>
    </dsp:sp>
    <dsp:sp modelId="{A70A65DD-CAF1-42A9-8BC0-EA3EAFD74F9A}">
      <dsp:nvSpPr>
        <dsp:cNvPr id="0" name=""/>
        <dsp:cNvSpPr/>
      </dsp:nvSpPr>
      <dsp:spPr>
        <a:xfrm>
          <a:off x="0" y="905354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473A1-90EB-4D7F-AFE4-74F976D1EACA}">
      <dsp:nvSpPr>
        <dsp:cNvPr id="0" name=""/>
        <dsp:cNvSpPr/>
      </dsp:nvSpPr>
      <dsp:spPr>
        <a:xfrm>
          <a:off x="109495" y="986797"/>
          <a:ext cx="199083" cy="1990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7FAAF-F8FE-4E3D-A416-F0C871DAA617}">
      <dsp:nvSpPr>
        <dsp:cNvPr id="0" name=""/>
        <dsp:cNvSpPr/>
      </dsp:nvSpPr>
      <dsp:spPr>
        <a:xfrm>
          <a:off x="418074" y="905354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🔗 PROVEEDOR_INSUMOS: Relación muchos-a-muchos.</a:t>
          </a:r>
        </a:p>
      </dsp:txBody>
      <dsp:txXfrm>
        <a:off x="418074" y="905354"/>
        <a:ext cx="7697225" cy="361969"/>
      </dsp:txXfrm>
    </dsp:sp>
    <dsp:sp modelId="{28A38DEB-B480-46DB-AF02-CC9FCA704A95}">
      <dsp:nvSpPr>
        <dsp:cNvPr id="0" name=""/>
        <dsp:cNvSpPr/>
      </dsp:nvSpPr>
      <dsp:spPr>
        <a:xfrm>
          <a:off x="0" y="1357815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ABE76-C824-4690-A9A6-0AA84B7C29A8}">
      <dsp:nvSpPr>
        <dsp:cNvPr id="0" name=""/>
        <dsp:cNvSpPr/>
      </dsp:nvSpPr>
      <dsp:spPr>
        <a:xfrm>
          <a:off x="109495" y="1439258"/>
          <a:ext cx="199083" cy="1990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392B2-365F-4B19-AF6D-9262C52D5E24}">
      <dsp:nvSpPr>
        <dsp:cNvPr id="0" name=""/>
        <dsp:cNvSpPr/>
      </dsp:nvSpPr>
      <dsp:spPr>
        <a:xfrm>
          <a:off x="418074" y="1357815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🚗 MODELO: Tipos de autos fabricados.</a:t>
          </a:r>
        </a:p>
      </dsp:txBody>
      <dsp:txXfrm>
        <a:off x="418074" y="1357815"/>
        <a:ext cx="7697225" cy="361969"/>
      </dsp:txXfrm>
    </dsp:sp>
    <dsp:sp modelId="{6556B46B-34EC-4A2E-B6CF-28685DE0CBB2}">
      <dsp:nvSpPr>
        <dsp:cNvPr id="0" name=""/>
        <dsp:cNvSpPr/>
      </dsp:nvSpPr>
      <dsp:spPr>
        <a:xfrm>
          <a:off x="0" y="1810277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15D4F-9DEC-4655-BC80-23C9EFD4CFE5}">
      <dsp:nvSpPr>
        <dsp:cNvPr id="0" name=""/>
        <dsp:cNvSpPr/>
      </dsp:nvSpPr>
      <dsp:spPr>
        <a:xfrm>
          <a:off x="109495" y="1891720"/>
          <a:ext cx="199083" cy="1990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72F4B-EC09-4FF5-93DB-86BF2992B543}">
      <dsp:nvSpPr>
        <dsp:cNvPr id="0" name=""/>
        <dsp:cNvSpPr/>
      </dsp:nvSpPr>
      <dsp:spPr>
        <a:xfrm>
          <a:off x="418074" y="1810277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🏭 LÍNEA MONTAJE: Capacidad y modelo asociado.</a:t>
          </a:r>
        </a:p>
      </dsp:txBody>
      <dsp:txXfrm>
        <a:off x="418074" y="1810277"/>
        <a:ext cx="7697225" cy="361969"/>
      </dsp:txXfrm>
    </dsp:sp>
    <dsp:sp modelId="{25C6670A-E686-4821-993C-9305AC39DDE4}">
      <dsp:nvSpPr>
        <dsp:cNvPr id="0" name=""/>
        <dsp:cNvSpPr/>
      </dsp:nvSpPr>
      <dsp:spPr>
        <a:xfrm>
          <a:off x="0" y="2262738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DB363-5757-4367-9438-5D767C7A4AE4}">
      <dsp:nvSpPr>
        <dsp:cNvPr id="0" name=""/>
        <dsp:cNvSpPr/>
      </dsp:nvSpPr>
      <dsp:spPr>
        <a:xfrm>
          <a:off x="109495" y="2344181"/>
          <a:ext cx="199083" cy="1990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98F81-41F1-4F95-ADAC-C3374C3561F5}">
      <dsp:nvSpPr>
        <dsp:cNvPr id="0" name=""/>
        <dsp:cNvSpPr/>
      </dsp:nvSpPr>
      <dsp:spPr>
        <a:xfrm>
          <a:off x="418074" y="2262738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🏢 CONCESIONARIO: Empresas que venden autos.</a:t>
          </a:r>
        </a:p>
      </dsp:txBody>
      <dsp:txXfrm>
        <a:off x="418074" y="2262738"/>
        <a:ext cx="7697225" cy="361969"/>
      </dsp:txXfrm>
    </dsp:sp>
    <dsp:sp modelId="{1E464E6D-0F65-4363-9EDA-EE3E404A4935}">
      <dsp:nvSpPr>
        <dsp:cNvPr id="0" name=""/>
        <dsp:cNvSpPr/>
      </dsp:nvSpPr>
      <dsp:spPr>
        <a:xfrm>
          <a:off x="0" y="2715200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3A267-DC05-40C0-B91E-C4E03C09ED51}">
      <dsp:nvSpPr>
        <dsp:cNvPr id="0" name=""/>
        <dsp:cNvSpPr/>
      </dsp:nvSpPr>
      <dsp:spPr>
        <a:xfrm>
          <a:off x="109495" y="2796643"/>
          <a:ext cx="199083" cy="19908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06070-8FC8-4191-8AB7-7F786C14D948}">
      <dsp:nvSpPr>
        <dsp:cNvPr id="0" name=""/>
        <dsp:cNvSpPr/>
      </dsp:nvSpPr>
      <dsp:spPr>
        <a:xfrm>
          <a:off x="418074" y="2715200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📝 PEDIDO: Encabezado del pedido.</a:t>
          </a:r>
        </a:p>
      </dsp:txBody>
      <dsp:txXfrm>
        <a:off x="418074" y="2715200"/>
        <a:ext cx="7697225" cy="361969"/>
      </dsp:txXfrm>
    </dsp:sp>
    <dsp:sp modelId="{DAB60B44-2CF6-44F3-8CF8-587DFA5B24CB}">
      <dsp:nvSpPr>
        <dsp:cNvPr id="0" name=""/>
        <dsp:cNvSpPr/>
      </dsp:nvSpPr>
      <dsp:spPr>
        <a:xfrm>
          <a:off x="0" y="3167661"/>
          <a:ext cx="8115300" cy="3619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892C3-9DB0-492D-9E2A-A25A88A374C2}">
      <dsp:nvSpPr>
        <dsp:cNvPr id="0" name=""/>
        <dsp:cNvSpPr/>
      </dsp:nvSpPr>
      <dsp:spPr>
        <a:xfrm>
          <a:off x="109495" y="3249104"/>
          <a:ext cx="199083" cy="19908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30C9B-7710-47E5-A057-C0F8602998EE}">
      <dsp:nvSpPr>
        <dsp:cNvPr id="0" name=""/>
        <dsp:cNvSpPr/>
      </dsp:nvSpPr>
      <dsp:spPr>
        <a:xfrm>
          <a:off x="418074" y="3167661"/>
          <a:ext cx="7697225" cy="36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8" tIns="38308" rIns="38308" bIns="3830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📊 DETALLE_PEDIDO: Modelos y cantidades.</a:t>
          </a:r>
        </a:p>
      </dsp:txBody>
      <dsp:txXfrm>
        <a:off x="418074" y="3167661"/>
        <a:ext cx="7697225" cy="3619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D545F-2CD6-432D-A12D-4CA16DC3DB12}">
      <dsp:nvSpPr>
        <dsp:cNvPr id="0" name=""/>
        <dsp:cNvSpPr/>
      </dsp:nvSpPr>
      <dsp:spPr>
        <a:xfrm>
          <a:off x="821297" y="327812"/>
          <a:ext cx="565576" cy="565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BD162-5F8E-4B2F-B049-575DD589062A}">
      <dsp:nvSpPr>
        <dsp:cNvPr id="0" name=""/>
        <dsp:cNvSpPr/>
      </dsp:nvSpPr>
      <dsp:spPr>
        <a:xfrm>
          <a:off x="475667" y="1105192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Inserts en proveedor, insumos y modelos.</a:t>
          </a:r>
        </a:p>
      </dsp:txBody>
      <dsp:txXfrm>
        <a:off x="475667" y="1105192"/>
        <a:ext cx="1256835" cy="502734"/>
      </dsp:txXfrm>
    </dsp:sp>
    <dsp:sp modelId="{8C4D9FEC-1758-43F5-8DE0-184166B9586D}">
      <dsp:nvSpPr>
        <dsp:cNvPr id="0" name=""/>
        <dsp:cNvSpPr/>
      </dsp:nvSpPr>
      <dsp:spPr>
        <a:xfrm>
          <a:off x="2298079" y="327812"/>
          <a:ext cx="565576" cy="565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AF6A4-5F8D-436A-BD42-0A3BC70EB865}">
      <dsp:nvSpPr>
        <dsp:cNvPr id="0" name=""/>
        <dsp:cNvSpPr/>
      </dsp:nvSpPr>
      <dsp:spPr>
        <a:xfrm>
          <a:off x="1952449" y="1105192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Ejemplo:</a:t>
          </a:r>
        </a:p>
      </dsp:txBody>
      <dsp:txXfrm>
        <a:off x="1952449" y="1105192"/>
        <a:ext cx="1256835" cy="502734"/>
      </dsp:txXfrm>
    </dsp:sp>
    <dsp:sp modelId="{962543F2-0727-45F6-9110-F077029A1364}">
      <dsp:nvSpPr>
        <dsp:cNvPr id="0" name=""/>
        <dsp:cNvSpPr/>
      </dsp:nvSpPr>
      <dsp:spPr>
        <a:xfrm>
          <a:off x="3774861" y="327812"/>
          <a:ext cx="565576" cy="565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1987-B76B-47C6-A58F-41DACBC6F756}">
      <dsp:nvSpPr>
        <dsp:cNvPr id="0" name=""/>
        <dsp:cNvSpPr/>
      </dsp:nvSpPr>
      <dsp:spPr>
        <a:xfrm>
          <a:off x="3429232" y="1105192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INSERT INTO proveedor (...)</a:t>
          </a:r>
        </a:p>
      </dsp:txBody>
      <dsp:txXfrm>
        <a:off x="3429232" y="1105192"/>
        <a:ext cx="1256835" cy="502734"/>
      </dsp:txXfrm>
    </dsp:sp>
    <dsp:sp modelId="{DDE83227-1DE8-4624-97D6-4DA5598DAFA8}">
      <dsp:nvSpPr>
        <dsp:cNvPr id="0" name=""/>
        <dsp:cNvSpPr/>
      </dsp:nvSpPr>
      <dsp:spPr>
        <a:xfrm>
          <a:off x="5251644" y="327812"/>
          <a:ext cx="565576" cy="565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7CCDE-2E29-4BB5-BCA8-B99AFEECC037}">
      <dsp:nvSpPr>
        <dsp:cNvPr id="0" name=""/>
        <dsp:cNvSpPr/>
      </dsp:nvSpPr>
      <dsp:spPr>
        <a:xfrm>
          <a:off x="4906014" y="1105192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Operaciones DELETE y UPDATE con condiciones.</a:t>
          </a:r>
        </a:p>
      </dsp:txBody>
      <dsp:txXfrm>
        <a:off x="4906014" y="1105192"/>
        <a:ext cx="1256835" cy="502734"/>
      </dsp:txXfrm>
    </dsp:sp>
    <dsp:sp modelId="{651C5A0F-D332-4E3E-8EA6-E0A89544F98A}">
      <dsp:nvSpPr>
        <dsp:cNvPr id="0" name=""/>
        <dsp:cNvSpPr/>
      </dsp:nvSpPr>
      <dsp:spPr>
        <a:xfrm>
          <a:off x="6728426" y="327812"/>
          <a:ext cx="565576" cy="565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DD80C-E78E-43F3-846E-9E1449062E35}">
      <dsp:nvSpPr>
        <dsp:cNvPr id="0" name=""/>
        <dsp:cNvSpPr/>
      </dsp:nvSpPr>
      <dsp:spPr>
        <a:xfrm>
          <a:off x="6382796" y="1105192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Ejemplo:</a:t>
          </a:r>
        </a:p>
      </dsp:txBody>
      <dsp:txXfrm>
        <a:off x="6382796" y="1105192"/>
        <a:ext cx="1256835" cy="502734"/>
      </dsp:txXfrm>
    </dsp:sp>
    <dsp:sp modelId="{2EF5AECB-C829-4B03-908B-CAE0B70AB73B}">
      <dsp:nvSpPr>
        <dsp:cNvPr id="0" name=""/>
        <dsp:cNvSpPr/>
      </dsp:nvSpPr>
      <dsp:spPr>
        <a:xfrm>
          <a:off x="3774861" y="1922135"/>
          <a:ext cx="565576" cy="565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073A1-0569-459E-B616-8DCFFAFDD7F3}">
      <dsp:nvSpPr>
        <dsp:cNvPr id="0" name=""/>
        <dsp:cNvSpPr/>
      </dsp:nvSpPr>
      <dsp:spPr>
        <a:xfrm>
          <a:off x="3429232" y="2699515"/>
          <a:ext cx="1256835" cy="50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DELETE FROM proveedor WHERE nombre='Autopartes Delta'</a:t>
          </a:r>
        </a:p>
      </dsp:txBody>
      <dsp:txXfrm>
        <a:off x="3429232" y="2699515"/>
        <a:ext cx="1256835" cy="502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F7C14-37AF-43AC-B5AA-3F609BE5F645}">
      <dsp:nvSpPr>
        <dsp:cNvPr id="0" name=""/>
        <dsp:cNvSpPr/>
      </dsp:nvSpPr>
      <dsp:spPr>
        <a:xfrm>
          <a:off x="494124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C9AF8-1C66-46D8-9A94-BF43C006F129}">
      <dsp:nvSpPr>
        <dsp:cNvPr id="0" name=""/>
        <dsp:cNvSpPr/>
      </dsp:nvSpPr>
      <dsp:spPr>
        <a:xfrm>
          <a:off x="1058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Consultas SELECT básicas.</a:t>
          </a:r>
        </a:p>
      </dsp:txBody>
      <dsp:txXfrm>
        <a:off x="1058" y="1944404"/>
        <a:ext cx="1792968" cy="717187"/>
      </dsp:txXfrm>
    </dsp:sp>
    <dsp:sp modelId="{3652A599-E94E-4E63-B310-AFE2A6FC6A42}">
      <dsp:nvSpPr>
        <dsp:cNvPr id="0" name=""/>
        <dsp:cNvSpPr/>
      </dsp:nvSpPr>
      <dsp:spPr>
        <a:xfrm>
          <a:off x="2600862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D4560-E2B8-4607-B6E2-2EB6DC425843}">
      <dsp:nvSpPr>
        <dsp:cNvPr id="0" name=""/>
        <dsp:cNvSpPr/>
      </dsp:nvSpPr>
      <dsp:spPr>
        <a:xfrm>
          <a:off x="2107796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INNER JOIN entre concesionaria y pedido.</a:t>
          </a:r>
        </a:p>
      </dsp:txBody>
      <dsp:txXfrm>
        <a:off x="2107796" y="1944404"/>
        <a:ext cx="1792968" cy="717187"/>
      </dsp:txXfrm>
    </dsp:sp>
    <dsp:sp modelId="{20E809D2-88C6-4790-8192-3903E0382520}">
      <dsp:nvSpPr>
        <dsp:cNvPr id="0" name=""/>
        <dsp:cNvSpPr/>
      </dsp:nvSpPr>
      <dsp:spPr>
        <a:xfrm>
          <a:off x="4707601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7E2CB-C427-41A0-A95D-081D4F0A05B7}">
      <dsp:nvSpPr>
        <dsp:cNvPr id="0" name=""/>
        <dsp:cNvSpPr/>
      </dsp:nvSpPr>
      <dsp:spPr>
        <a:xfrm>
          <a:off x="4214534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LEFT JOIN para obtener total de pedidos.</a:t>
          </a:r>
        </a:p>
      </dsp:txBody>
      <dsp:txXfrm>
        <a:off x="4214534" y="1944404"/>
        <a:ext cx="1792968" cy="717187"/>
      </dsp:txXfrm>
    </dsp:sp>
    <dsp:sp modelId="{D7C05E51-1B87-4DAA-A44C-B8602386A75B}">
      <dsp:nvSpPr>
        <dsp:cNvPr id="0" name=""/>
        <dsp:cNvSpPr/>
      </dsp:nvSpPr>
      <dsp:spPr>
        <a:xfrm>
          <a:off x="6814339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DFF1D-0CBF-41A3-99C4-24BAE7C0FA90}">
      <dsp:nvSpPr>
        <dsp:cNvPr id="0" name=""/>
        <dsp:cNvSpPr/>
      </dsp:nvSpPr>
      <dsp:spPr>
        <a:xfrm>
          <a:off x="6321273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</a:t>
          </a:r>
          <a:r>
            <a:rPr lang="en-US" sz="1500" kern="1200" dirty="0" err="1"/>
            <a:t>Modelos</a:t>
          </a:r>
          <a:r>
            <a:rPr lang="en-US" sz="1500" kern="1200" dirty="0"/>
            <a:t> </a:t>
          </a:r>
          <a:r>
            <a:rPr lang="en-US" sz="1500" kern="1200" dirty="0" err="1"/>
            <a:t>consultados</a:t>
          </a:r>
          <a:r>
            <a:rPr lang="en-US" sz="1500" kern="1200" dirty="0"/>
            <a:t> </a:t>
          </a:r>
          <a:r>
            <a:rPr lang="en-US" sz="1500" kern="1200" dirty="0" err="1"/>
            <a:t>según</a:t>
          </a:r>
          <a:r>
            <a:rPr lang="en-US" sz="1500" kern="1200" dirty="0"/>
            <a:t> </a:t>
          </a:r>
          <a:r>
            <a:rPr lang="en-US" sz="1500" kern="1200" dirty="0" err="1"/>
            <a:t>pedido</a:t>
          </a:r>
          <a:r>
            <a:rPr lang="en-US" sz="1500" kern="1200" dirty="0"/>
            <a:t>.</a:t>
          </a:r>
        </a:p>
      </dsp:txBody>
      <dsp:txXfrm>
        <a:off x="6321273" y="1944404"/>
        <a:ext cx="1792968" cy="7171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E72E2-C34B-4666-A374-CED91D74AEF0}">
      <dsp:nvSpPr>
        <dsp:cNvPr id="0" name=""/>
        <dsp:cNvSpPr/>
      </dsp:nvSpPr>
      <dsp:spPr>
        <a:xfrm>
          <a:off x="0" y="467"/>
          <a:ext cx="8115300" cy="1092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651E5-BFD9-4161-803A-486C2F262DC2}">
      <dsp:nvSpPr>
        <dsp:cNvPr id="0" name=""/>
        <dsp:cNvSpPr/>
      </dsp:nvSpPr>
      <dsp:spPr>
        <a:xfrm>
          <a:off x="330598" y="246366"/>
          <a:ext cx="601087" cy="601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10A34-F3AC-4CA8-A5B2-E7394554046B}">
      <dsp:nvSpPr>
        <dsp:cNvPr id="0" name=""/>
        <dsp:cNvSpPr/>
      </dsp:nvSpPr>
      <dsp:spPr>
        <a:xfrm>
          <a:off x="1262283" y="467"/>
          <a:ext cx="6853016" cy="1092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64" tIns="115664" rIns="115664" bIns="1156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 creó un procedure para automatizar tareas.</a:t>
          </a:r>
        </a:p>
      </dsp:txBody>
      <dsp:txXfrm>
        <a:off x="1262283" y="467"/>
        <a:ext cx="6853016" cy="1092885"/>
      </dsp:txXfrm>
    </dsp:sp>
    <dsp:sp modelId="{97C3E5BD-3DB4-4458-8750-7D34E1E42076}">
      <dsp:nvSpPr>
        <dsp:cNvPr id="0" name=""/>
        <dsp:cNvSpPr/>
      </dsp:nvSpPr>
      <dsp:spPr>
        <a:xfrm>
          <a:off x="0" y="1366574"/>
          <a:ext cx="8115300" cy="1092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DD477-1B9A-415D-BC47-EE9A141AC05B}">
      <dsp:nvSpPr>
        <dsp:cNvPr id="0" name=""/>
        <dsp:cNvSpPr/>
      </dsp:nvSpPr>
      <dsp:spPr>
        <a:xfrm>
          <a:off x="330598" y="1612473"/>
          <a:ext cx="601087" cy="601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5A563-FB74-46A8-BB4A-14BE8CEBE4A0}">
      <dsp:nvSpPr>
        <dsp:cNvPr id="0" name=""/>
        <dsp:cNvSpPr/>
      </dsp:nvSpPr>
      <dsp:spPr>
        <a:xfrm>
          <a:off x="1262283" y="1366574"/>
          <a:ext cx="6853016" cy="1092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64" tIns="115664" rIns="115664" bIns="1156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 diseñó un DER representando relaciones entre tablas.</a:t>
          </a:r>
        </a:p>
      </dsp:txBody>
      <dsp:txXfrm>
        <a:off x="1262283" y="1366574"/>
        <a:ext cx="6853016" cy="1092885"/>
      </dsp:txXfrm>
    </dsp:sp>
    <dsp:sp modelId="{B0479FAA-6DE6-488F-90C6-78CABCC0ECA6}">
      <dsp:nvSpPr>
        <dsp:cNvPr id="0" name=""/>
        <dsp:cNvSpPr/>
      </dsp:nvSpPr>
      <dsp:spPr>
        <a:xfrm>
          <a:off x="0" y="2732681"/>
          <a:ext cx="8115300" cy="1092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90BE0-FFD5-407D-B4E9-2FFB91168BE4}">
      <dsp:nvSpPr>
        <dsp:cNvPr id="0" name=""/>
        <dsp:cNvSpPr/>
      </dsp:nvSpPr>
      <dsp:spPr>
        <a:xfrm>
          <a:off x="330598" y="2978581"/>
          <a:ext cx="601087" cy="601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E2AF0-19CC-4DF3-B7CD-4831F8C0FE93}">
      <dsp:nvSpPr>
        <dsp:cNvPr id="0" name=""/>
        <dsp:cNvSpPr/>
      </dsp:nvSpPr>
      <dsp:spPr>
        <a:xfrm>
          <a:off x="1262283" y="2732681"/>
          <a:ext cx="6853016" cy="1092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664" tIns="115664" rIns="115664" bIns="1156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Modelos — Pedidos — Concesionarias — Proveedores.</a:t>
          </a:r>
        </a:p>
      </dsp:txBody>
      <dsp:txXfrm>
        <a:off x="1262283" y="2732681"/>
        <a:ext cx="6853016" cy="1092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7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9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8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5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9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3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5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6164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86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7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47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72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diagramLayout" Target="../diagrams/layout5.xml"/><Relationship Id="rId7" Type="http://schemas.openxmlformats.org/officeDocument/2006/relationships/image" Target="../media/image39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4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2021" y="965200"/>
            <a:ext cx="4628207" cy="4329641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AR" sz="4700"/>
              <a:t>Trabajo Práctico Integral Final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965200"/>
            <a:ext cx="2525520" cy="4329641"/>
          </a:xfrm>
        </p:spPr>
        <p:txBody>
          <a:bodyPr anchor="ctr">
            <a:normAutofit/>
          </a:bodyPr>
          <a:lstStyle/>
          <a:p>
            <a:pPr algn="r">
              <a:defRPr>
                <a:solidFill>
                  <a:srgbClr val="E6E6E6"/>
                </a:solidFill>
              </a:defRPr>
            </a:pPr>
            <a:r>
              <a:rPr dirty="0"/>
              <a:t>Fábrica de </a:t>
            </a:r>
            <a:r>
              <a:rPr dirty="0" err="1"/>
              <a:t>Automóviles</a:t>
            </a:r>
            <a:endParaRPr lang="es-AR"/>
          </a:p>
          <a:p>
            <a:pPr algn="r"/>
            <a:r>
              <a:rPr dirty="0"/>
              <a:t>Laboratorio de Base de Datos</a:t>
            </a:r>
            <a:endParaRPr lang="es-AR"/>
          </a:p>
          <a:p>
            <a:pPr algn="r"/>
            <a:endParaRPr lang="es-AR"/>
          </a:p>
          <a:p>
            <a:pPr algn="r"/>
            <a:r>
              <a:rPr dirty="0" err="1"/>
              <a:t>Integrantes</a:t>
            </a:r>
            <a:r>
              <a:rPr dirty="0"/>
              <a:t>:</a:t>
            </a:r>
            <a:endParaRPr lang="es-AR"/>
          </a:p>
          <a:p>
            <a:pPr algn="r"/>
            <a:r>
              <a:rPr dirty="0"/>
              <a:t>Díaz Jeremías</a:t>
            </a:r>
            <a:endParaRPr lang="es-AR"/>
          </a:p>
          <a:p>
            <a:pPr algn="r"/>
            <a:r>
              <a:rPr dirty="0"/>
              <a:t>Bustos Bautista</a:t>
            </a:r>
            <a:endParaRPr lang="es-AR"/>
          </a:p>
          <a:p>
            <a:pPr algn="r"/>
            <a:r>
              <a:rPr dirty="0"/>
              <a:t>Fernández Mateo</a:t>
            </a:r>
            <a:endParaRPr lang="es-AR"/>
          </a:p>
          <a:p>
            <a:pPr algn="r"/>
            <a:r>
              <a:rPr dirty="0"/>
              <a:t>Bar</a:t>
            </a:r>
            <a:r>
              <a:rPr lang="es-ES" dirty="0"/>
              <a:t>o</a:t>
            </a:r>
            <a:r>
              <a:rPr dirty="0"/>
              <a:t>n Julio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s-AR"/>
              <a:t>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02869A-768B-E7C1-A61A-39CD3E088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60306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s-AR"/>
              <a:t>Desarrollo – Base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451C4B-8914-52D4-E5F3-4BEECC535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355512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s-AR"/>
              <a:t>Descripción de Tablas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430296-91C9-4942-828F-DF9663F2B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539703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s-ES"/>
              <a:t>ABM – Altas, Bajas y Modificaciones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44A49A-3AEB-CC10-9314-2C1E5E771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900344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Consultas SQL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265F87-389E-D6B5-6EB4-83792CC30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282809"/>
              </p:ext>
            </p:extLst>
          </p:nvPr>
        </p:nvGraphicFramePr>
        <p:xfrm>
          <a:off x="514350" y="764373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54140A84-4F67-E90E-DECD-6AF74DB40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43" y="3732460"/>
            <a:ext cx="4250155" cy="154789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C1DFEAF-3236-5088-3B1C-66582DE19D25}"/>
              </a:ext>
            </a:extLst>
          </p:cNvPr>
          <p:cNvSpPr txBox="1"/>
          <p:nvPr/>
        </p:nvSpPr>
        <p:spPr>
          <a:xfrm>
            <a:off x="207043" y="3429000"/>
            <a:ext cx="2489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Consulta de insumos</a:t>
            </a:r>
          </a:p>
          <a:p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B4AE25-7C74-94F7-A8D7-D56DAAC07C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505" y="3732460"/>
            <a:ext cx="4263273" cy="154789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4D5E287-A105-1A32-68BA-46034AC6CD68}"/>
              </a:ext>
            </a:extLst>
          </p:cNvPr>
          <p:cNvSpPr txBox="1"/>
          <p:nvPr/>
        </p:nvSpPr>
        <p:spPr>
          <a:xfrm>
            <a:off x="4764505" y="3429000"/>
            <a:ext cx="317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Resultado consulta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join</a:t>
            </a:r>
            <a:endParaRPr lang="es-AR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D05DF92-5618-B92B-1BB8-792ECFD52A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0785" y="5666034"/>
            <a:ext cx="3819525" cy="139065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6D94F4A-6C81-C8E9-CCFB-A4E5EA4A9823}"/>
              </a:ext>
            </a:extLst>
          </p:cNvPr>
          <p:cNvSpPr txBox="1"/>
          <p:nvPr/>
        </p:nvSpPr>
        <p:spPr>
          <a:xfrm>
            <a:off x="2604461" y="5337806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Resultado de </a:t>
            </a:r>
            <a:r>
              <a:rPr lang="es-ES" dirty="0" err="1"/>
              <a:t>inner</a:t>
            </a:r>
            <a:r>
              <a:rPr lang="es-ES" dirty="0"/>
              <a:t> </a:t>
            </a:r>
            <a:r>
              <a:rPr lang="es-ES" dirty="0" err="1"/>
              <a:t>join</a:t>
            </a:r>
            <a:endParaRPr lang="es-A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734097"/>
            <a:ext cx="8115300" cy="1293028"/>
          </a:xfrm>
        </p:spPr>
        <p:txBody>
          <a:bodyPr>
            <a:normAutofit/>
          </a:bodyPr>
          <a:lstStyle/>
          <a:p>
            <a:pPr algn="ctr"/>
            <a:r>
              <a:t>Diagrama ER y Procedure</a:t>
            </a:r>
            <a:endParaRPr lang="es-A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33B541-0971-D73A-AD17-288088C68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439518"/>
              </p:ext>
            </p:extLst>
          </p:nvPr>
        </p:nvGraphicFramePr>
        <p:xfrm>
          <a:off x="514350" y="476249"/>
          <a:ext cx="8115300" cy="3826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A60C7-7838-EFA5-FF63-31F8A942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029" y="407767"/>
            <a:ext cx="6377940" cy="1293028"/>
          </a:xfrm>
        </p:spPr>
        <p:txBody>
          <a:bodyPr/>
          <a:lstStyle/>
          <a:p>
            <a:pPr algn="ctr"/>
            <a:r>
              <a:rPr lang="es-ES" dirty="0">
                <a:highlight>
                  <a:srgbClr val="0000FF"/>
                </a:highlight>
              </a:rPr>
              <a:t>Diagrama</a:t>
            </a:r>
            <a:endParaRPr lang="es-AR" dirty="0">
              <a:highlight>
                <a:srgbClr val="0000FF"/>
              </a:highlight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11634A-BAED-D678-B8B1-53C476FAD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221" y="1744747"/>
            <a:ext cx="7697557" cy="4070350"/>
          </a:xfrm>
        </p:spPr>
      </p:pic>
    </p:spTree>
    <p:extLst>
      <p:ext uri="{BB962C8B-B14F-4D97-AF65-F5344CB8AC3E}">
        <p14:creationId xmlns:p14="http://schemas.microsoft.com/office/powerpoint/2010/main" val="253018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1BBB-E101-2ABB-8D02-1C980785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procedure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9A27943-D176-EC25-6EDD-A3099ABC3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2305050"/>
            <a:ext cx="62484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5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2B9B2E-400C-8F84-C05A-472351CD0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874" y="579019"/>
            <a:ext cx="6143625" cy="2343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9698AA-1AE8-D52F-84E0-93639D00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401" y="3066548"/>
            <a:ext cx="58864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0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B9AF9FB-DC91-8387-05C9-2414A47BB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52" y="283110"/>
            <a:ext cx="56007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150931E-D92E-EFB8-8A8F-2AF06C911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502" y="3868402"/>
            <a:ext cx="6711111" cy="270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0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441" y="987287"/>
            <a:ext cx="2661202" cy="4697896"/>
          </a:xfrm>
        </p:spPr>
        <p:txBody>
          <a:bodyPr>
            <a:normAutofit/>
          </a:bodyPr>
          <a:lstStyle/>
          <a:p>
            <a:r>
              <a:rPr lang="es-AR" sz="2900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3368" y="987287"/>
            <a:ext cx="4316962" cy="4697895"/>
          </a:xfrm>
        </p:spPr>
        <p:txBody>
          <a:bodyPr anchor="ctr">
            <a:normAutofit/>
          </a:bodyPr>
          <a:lstStyle/>
          <a:p>
            <a:r>
              <a:rPr lang="es-ES" sz="1600"/>
              <a:t>• Se logró modelar el funcionamiento completo de una fábrica automotriz.</a:t>
            </a:r>
          </a:p>
          <a:p>
            <a:r>
              <a:rPr lang="es-ES" sz="1600"/>
              <a:t>• Se aplicaron conceptos de bases de datos, ABM y consultas SQL.</a:t>
            </a:r>
          </a:p>
          <a:p>
            <a:r>
              <a:rPr lang="es-ES" sz="1600"/>
              <a:t>• Buen trabajo en equipo entre Word, SQL y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338</Words>
  <Application>Microsoft Office PowerPoint</Application>
  <PresentationFormat>Presentación en pantalla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Estela de condensación</vt:lpstr>
      <vt:lpstr>Trabajo Práctico Integral Final</vt:lpstr>
      <vt:lpstr>Introducción</vt:lpstr>
      <vt:lpstr>Desarrollo – Base de Datos</vt:lpstr>
      <vt:lpstr>Descripción de Tablas</vt:lpstr>
      <vt:lpstr>ABM – Altas, Bajas y Modificaciones</vt:lpstr>
      <vt:lpstr>Consultas SQL</vt:lpstr>
      <vt:lpstr>Diagrama ER y Procedure</vt:lpstr>
      <vt:lpstr>Diagrama</vt:lpstr>
      <vt:lpstr>procedure</vt:lpstr>
      <vt:lpstr>Presentación de PowerPoint</vt:lpstr>
      <vt:lpstr>Presentación de PowerPoint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</dc:creator>
  <cp:keywords/>
  <dc:description>generated using python-pptx</dc:description>
  <cp:lastModifiedBy>Julio Baron</cp:lastModifiedBy>
  <cp:revision>6</cp:revision>
  <dcterms:created xsi:type="dcterms:W3CDTF">2013-01-27T09:14:16Z</dcterms:created>
  <dcterms:modified xsi:type="dcterms:W3CDTF">2025-11-17T19:43:31Z</dcterms:modified>
  <cp:category/>
</cp:coreProperties>
</file>