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9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1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7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7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6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5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2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9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3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3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171DC-6521-4F71-87EA-B9F0A22564D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8EA4B-89CD-47B1-8DA3-6EFCDC6681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1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Trabajo practico de base de datos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Bautista Bustos-Julio </a:t>
            </a:r>
            <a:r>
              <a:rPr lang="es-ES" dirty="0" err="1" smtClean="0"/>
              <a:t>Baron-Jeremias</a:t>
            </a:r>
            <a:r>
              <a:rPr lang="es-ES" dirty="0" smtClean="0"/>
              <a:t> </a:t>
            </a:r>
            <a:r>
              <a:rPr lang="es-ES" dirty="0" err="1" smtClean="0"/>
              <a:t>Diaz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09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Trabajo practico de base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practico de base de datos</dc:title>
  <dc:creator>hp</dc:creator>
  <cp:lastModifiedBy>hp</cp:lastModifiedBy>
  <cp:revision>1</cp:revision>
  <dcterms:created xsi:type="dcterms:W3CDTF">2025-11-10T03:42:39Z</dcterms:created>
  <dcterms:modified xsi:type="dcterms:W3CDTF">2025-11-10T03:43:17Z</dcterms:modified>
</cp:coreProperties>
</file>